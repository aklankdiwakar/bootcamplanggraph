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60" r:id="rId3"/>
    <p:sldId id="276" r:id="rId4"/>
    <p:sldId id="262" r:id="rId5"/>
    <p:sldId id="263" r:id="rId6"/>
    <p:sldId id="265" r:id="rId7"/>
    <p:sldId id="274" r:id="rId8"/>
    <p:sldId id="264" r:id="rId9"/>
    <p:sldId id="275" r:id="rId10"/>
    <p:sldId id="27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3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21"/>
    <p:restoredTop sz="94714"/>
  </p:normalViewPr>
  <p:slideViewPr>
    <p:cSldViewPr snapToGrid="0">
      <p:cViewPr varScale="1">
        <p:scale>
          <a:sx n="115" d="100"/>
          <a:sy n="115" d="100"/>
        </p:scale>
        <p:origin x="28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1AB642-803F-9449-BF7B-323927EAA89C}" type="datetimeFigureOut">
              <a:rPr lang="en-US" smtClean="0"/>
              <a:t>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4AC286-0456-764D-937A-1B1B5E922B72}" type="slidenum">
              <a:rPr lang="en-US" smtClean="0"/>
              <a:t>‹#›</a:t>
            </a:fld>
            <a:endParaRPr lang="en-US"/>
          </a:p>
        </p:txBody>
      </p:sp>
    </p:spTree>
    <p:extLst>
      <p:ext uri="{BB962C8B-B14F-4D97-AF65-F5344CB8AC3E}">
        <p14:creationId xmlns:p14="http://schemas.microsoft.com/office/powerpoint/2010/main" val="31004928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04AC286-0456-764D-937A-1B1B5E922B72}" type="slidenum">
              <a:rPr lang="en-US" smtClean="0"/>
              <a:t>5</a:t>
            </a:fld>
            <a:endParaRPr lang="en-US"/>
          </a:p>
        </p:txBody>
      </p:sp>
    </p:spTree>
    <p:extLst>
      <p:ext uri="{BB962C8B-B14F-4D97-AF65-F5344CB8AC3E}">
        <p14:creationId xmlns:p14="http://schemas.microsoft.com/office/powerpoint/2010/main" val="21943348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C6C3D-1F60-FF73-BFE4-39B99DA395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0D4B33-9E7A-C254-D255-0633B6A405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40B29A-56E5-EEBA-92F1-F9062E0690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02F193-E757-ACF3-F95A-F3292D44BD1C}"/>
              </a:ext>
            </a:extLst>
          </p:cNvPr>
          <p:cNvSpPr>
            <a:spLocks noGrp="1"/>
          </p:cNvSpPr>
          <p:nvPr>
            <p:ph type="sldNum" sz="quarter" idx="5"/>
          </p:nvPr>
        </p:nvSpPr>
        <p:spPr/>
        <p:txBody>
          <a:bodyPr/>
          <a:lstStyle/>
          <a:p>
            <a:fld id="{E04AC286-0456-764D-937A-1B1B5E922B72}" type="slidenum">
              <a:rPr lang="en-US" smtClean="0"/>
              <a:t>6</a:t>
            </a:fld>
            <a:endParaRPr lang="en-US"/>
          </a:p>
        </p:txBody>
      </p:sp>
    </p:spTree>
    <p:extLst>
      <p:ext uri="{BB962C8B-B14F-4D97-AF65-F5344CB8AC3E}">
        <p14:creationId xmlns:p14="http://schemas.microsoft.com/office/powerpoint/2010/main" val="1597496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DBC86-CA49-A551-36D6-18CD8458BE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7F9263-D2A3-D332-EC74-CBF83AF763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6C5010-F9C3-51A8-F909-4C16F2BB12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3021F5-B764-2DF7-169F-16AE6E7F69C1}"/>
              </a:ext>
            </a:extLst>
          </p:cNvPr>
          <p:cNvSpPr>
            <a:spLocks noGrp="1"/>
          </p:cNvSpPr>
          <p:nvPr>
            <p:ph type="sldNum" sz="quarter" idx="5"/>
          </p:nvPr>
        </p:nvSpPr>
        <p:spPr/>
        <p:txBody>
          <a:bodyPr/>
          <a:lstStyle/>
          <a:p>
            <a:fld id="{E04AC286-0456-764D-937A-1B1B5E922B72}" type="slidenum">
              <a:rPr lang="en-US" smtClean="0"/>
              <a:t>7</a:t>
            </a:fld>
            <a:endParaRPr lang="en-US"/>
          </a:p>
        </p:txBody>
      </p:sp>
    </p:spTree>
    <p:extLst>
      <p:ext uri="{BB962C8B-B14F-4D97-AF65-F5344CB8AC3E}">
        <p14:creationId xmlns:p14="http://schemas.microsoft.com/office/powerpoint/2010/main" val="38502848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85C19-BDE1-8B2C-7F65-BBFE25776E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D030B9-4C51-6CB3-5F7F-8E6797139F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D8167C-3F66-8374-6530-7E1DA14836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5E6796-8462-F5C8-2CD6-94C46E5DDFDF}"/>
              </a:ext>
            </a:extLst>
          </p:cNvPr>
          <p:cNvSpPr>
            <a:spLocks noGrp="1"/>
          </p:cNvSpPr>
          <p:nvPr>
            <p:ph type="sldNum" sz="quarter" idx="5"/>
          </p:nvPr>
        </p:nvSpPr>
        <p:spPr/>
        <p:txBody>
          <a:bodyPr/>
          <a:lstStyle/>
          <a:p>
            <a:fld id="{E04AC286-0456-764D-937A-1B1B5E922B72}" type="slidenum">
              <a:rPr lang="en-US" smtClean="0"/>
              <a:t>8</a:t>
            </a:fld>
            <a:endParaRPr lang="en-US"/>
          </a:p>
        </p:txBody>
      </p:sp>
    </p:spTree>
    <p:extLst>
      <p:ext uri="{BB962C8B-B14F-4D97-AF65-F5344CB8AC3E}">
        <p14:creationId xmlns:p14="http://schemas.microsoft.com/office/powerpoint/2010/main" val="4424114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CFE83-43A8-59F2-6135-27A4FB9E39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72CCA0-0896-84A1-A9B4-F8E6051FEC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A65218-467C-0D1A-5EEA-05F8B06C22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A2FD78-B222-8BFD-513D-70F75A676359}"/>
              </a:ext>
            </a:extLst>
          </p:cNvPr>
          <p:cNvSpPr>
            <a:spLocks noGrp="1"/>
          </p:cNvSpPr>
          <p:nvPr>
            <p:ph type="sldNum" sz="quarter" idx="5"/>
          </p:nvPr>
        </p:nvSpPr>
        <p:spPr/>
        <p:txBody>
          <a:bodyPr/>
          <a:lstStyle/>
          <a:p>
            <a:fld id="{E04AC286-0456-764D-937A-1B1B5E922B72}" type="slidenum">
              <a:rPr lang="en-US" smtClean="0"/>
              <a:t>9</a:t>
            </a:fld>
            <a:endParaRPr lang="en-US"/>
          </a:p>
        </p:txBody>
      </p:sp>
    </p:spTree>
    <p:extLst>
      <p:ext uri="{BB962C8B-B14F-4D97-AF65-F5344CB8AC3E}">
        <p14:creationId xmlns:p14="http://schemas.microsoft.com/office/powerpoint/2010/main" val="17432615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B9E61-8895-9A0C-5945-68B0557DB5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32E30A-1482-293C-0E31-4F19357235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9B35F7-21BD-27EC-BE12-7C6D66CDCD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F7898D-D7CB-A81A-10FD-441B3E687C23}"/>
              </a:ext>
            </a:extLst>
          </p:cNvPr>
          <p:cNvSpPr>
            <a:spLocks noGrp="1"/>
          </p:cNvSpPr>
          <p:nvPr>
            <p:ph type="sldNum" sz="quarter" idx="5"/>
          </p:nvPr>
        </p:nvSpPr>
        <p:spPr/>
        <p:txBody>
          <a:bodyPr/>
          <a:lstStyle/>
          <a:p>
            <a:fld id="{E04AC286-0456-764D-937A-1B1B5E922B72}" type="slidenum">
              <a:rPr lang="en-US" smtClean="0"/>
              <a:t>10</a:t>
            </a:fld>
            <a:endParaRPr lang="en-US"/>
          </a:p>
        </p:txBody>
      </p:sp>
    </p:spTree>
    <p:extLst>
      <p:ext uri="{BB962C8B-B14F-4D97-AF65-F5344CB8AC3E}">
        <p14:creationId xmlns:p14="http://schemas.microsoft.com/office/powerpoint/2010/main" val="1372238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50F76-69FA-7248-1764-FF93310830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5A64B98-9E42-B364-564B-0558D8692E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DEE0D69-DA28-7232-91B1-04DB903A09E7}"/>
              </a:ext>
            </a:extLst>
          </p:cNvPr>
          <p:cNvSpPr>
            <a:spLocks noGrp="1"/>
          </p:cNvSpPr>
          <p:nvPr>
            <p:ph type="dt" sz="half" idx="10"/>
          </p:nvPr>
        </p:nvSpPr>
        <p:spPr/>
        <p:txBody>
          <a:bodyPr/>
          <a:lstStyle/>
          <a:p>
            <a:fld id="{4439227A-EF89-6541-828B-1C350939ACB8}" type="datetimeFigureOut">
              <a:rPr lang="en-US" smtClean="0"/>
              <a:t>2/2/26</a:t>
            </a:fld>
            <a:endParaRPr lang="en-US"/>
          </a:p>
        </p:txBody>
      </p:sp>
      <p:sp>
        <p:nvSpPr>
          <p:cNvPr id="5" name="Footer Placeholder 4">
            <a:extLst>
              <a:ext uri="{FF2B5EF4-FFF2-40B4-BE49-F238E27FC236}">
                <a16:creationId xmlns:a16="http://schemas.microsoft.com/office/drawing/2014/main" id="{F9E2475A-19DD-D4D2-0AC3-10E848E644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900352-8838-55C9-A4BC-6A2D80E55561}"/>
              </a:ext>
            </a:extLst>
          </p:cNvPr>
          <p:cNvSpPr>
            <a:spLocks noGrp="1"/>
          </p:cNvSpPr>
          <p:nvPr>
            <p:ph type="sldNum" sz="quarter" idx="12"/>
          </p:nvPr>
        </p:nvSpPr>
        <p:spPr/>
        <p:txBody>
          <a:bodyPr/>
          <a:lstStyle/>
          <a:p>
            <a:fld id="{43C765A3-6ED8-6A4B-AC6D-67ABED6E12B3}" type="slidenum">
              <a:rPr lang="en-US" smtClean="0"/>
              <a:t>‹#›</a:t>
            </a:fld>
            <a:endParaRPr lang="en-US"/>
          </a:p>
        </p:txBody>
      </p:sp>
    </p:spTree>
    <p:extLst>
      <p:ext uri="{BB962C8B-B14F-4D97-AF65-F5344CB8AC3E}">
        <p14:creationId xmlns:p14="http://schemas.microsoft.com/office/powerpoint/2010/main" val="2525238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9BDFD-B7E9-460B-F714-97676014E42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5ECC3C-63BC-D5EE-3F97-3ED92095F73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F4FA96-53C0-9FAC-CDFA-183BCAF8D4B0}"/>
              </a:ext>
            </a:extLst>
          </p:cNvPr>
          <p:cNvSpPr>
            <a:spLocks noGrp="1"/>
          </p:cNvSpPr>
          <p:nvPr>
            <p:ph type="dt" sz="half" idx="10"/>
          </p:nvPr>
        </p:nvSpPr>
        <p:spPr/>
        <p:txBody>
          <a:bodyPr/>
          <a:lstStyle/>
          <a:p>
            <a:fld id="{4439227A-EF89-6541-828B-1C350939ACB8}" type="datetimeFigureOut">
              <a:rPr lang="en-US" smtClean="0"/>
              <a:t>2/2/26</a:t>
            </a:fld>
            <a:endParaRPr lang="en-US"/>
          </a:p>
        </p:txBody>
      </p:sp>
      <p:sp>
        <p:nvSpPr>
          <p:cNvPr id="5" name="Footer Placeholder 4">
            <a:extLst>
              <a:ext uri="{FF2B5EF4-FFF2-40B4-BE49-F238E27FC236}">
                <a16:creationId xmlns:a16="http://schemas.microsoft.com/office/drawing/2014/main" id="{80471140-600A-FE90-436E-28E0456145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29687A-43EE-0914-0268-4AE935B70E25}"/>
              </a:ext>
            </a:extLst>
          </p:cNvPr>
          <p:cNvSpPr>
            <a:spLocks noGrp="1"/>
          </p:cNvSpPr>
          <p:nvPr>
            <p:ph type="sldNum" sz="quarter" idx="12"/>
          </p:nvPr>
        </p:nvSpPr>
        <p:spPr/>
        <p:txBody>
          <a:bodyPr/>
          <a:lstStyle/>
          <a:p>
            <a:fld id="{43C765A3-6ED8-6A4B-AC6D-67ABED6E12B3}" type="slidenum">
              <a:rPr lang="en-US" smtClean="0"/>
              <a:t>‹#›</a:t>
            </a:fld>
            <a:endParaRPr lang="en-US"/>
          </a:p>
        </p:txBody>
      </p:sp>
    </p:spTree>
    <p:extLst>
      <p:ext uri="{BB962C8B-B14F-4D97-AF65-F5344CB8AC3E}">
        <p14:creationId xmlns:p14="http://schemas.microsoft.com/office/powerpoint/2010/main" val="37917017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7B682-289B-C40D-08DF-FD1017F0C7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EADAA35-09A2-F98A-DE4C-14CA3524F38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D9391AD-B728-1446-6312-9796CAE7D6EB}"/>
              </a:ext>
            </a:extLst>
          </p:cNvPr>
          <p:cNvSpPr>
            <a:spLocks noGrp="1"/>
          </p:cNvSpPr>
          <p:nvPr>
            <p:ph type="dt" sz="half" idx="10"/>
          </p:nvPr>
        </p:nvSpPr>
        <p:spPr/>
        <p:txBody>
          <a:bodyPr/>
          <a:lstStyle/>
          <a:p>
            <a:fld id="{4439227A-EF89-6541-828B-1C350939ACB8}" type="datetimeFigureOut">
              <a:rPr lang="en-US" smtClean="0"/>
              <a:t>2/2/26</a:t>
            </a:fld>
            <a:endParaRPr lang="en-US"/>
          </a:p>
        </p:txBody>
      </p:sp>
      <p:sp>
        <p:nvSpPr>
          <p:cNvPr id="5" name="Footer Placeholder 4">
            <a:extLst>
              <a:ext uri="{FF2B5EF4-FFF2-40B4-BE49-F238E27FC236}">
                <a16:creationId xmlns:a16="http://schemas.microsoft.com/office/drawing/2014/main" id="{35340B57-4069-E375-2305-153E2FC181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6297E5-B261-A07B-DFB7-D02BF16F6B99}"/>
              </a:ext>
            </a:extLst>
          </p:cNvPr>
          <p:cNvSpPr>
            <a:spLocks noGrp="1"/>
          </p:cNvSpPr>
          <p:nvPr>
            <p:ph type="sldNum" sz="quarter" idx="12"/>
          </p:nvPr>
        </p:nvSpPr>
        <p:spPr/>
        <p:txBody>
          <a:bodyPr/>
          <a:lstStyle/>
          <a:p>
            <a:fld id="{43C765A3-6ED8-6A4B-AC6D-67ABED6E12B3}" type="slidenum">
              <a:rPr lang="en-US" smtClean="0"/>
              <a:t>‹#›</a:t>
            </a:fld>
            <a:endParaRPr lang="en-US"/>
          </a:p>
        </p:txBody>
      </p:sp>
    </p:spTree>
    <p:extLst>
      <p:ext uri="{BB962C8B-B14F-4D97-AF65-F5344CB8AC3E}">
        <p14:creationId xmlns:p14="http://schemas.microsoft.com/office/powerpoint/2010/main" val="2783363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B3AC2-496F-D30D-220A-D23E4C210D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E9B746-F9D2-AF75-E451-46D9E21DA6E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8E91FC-10C4-FBEB-5422-983F6155EF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C19FD23-6BDF-0FB2-02BC-CD1B88757439}"/>
              </a:ext>
            </a:extLst>
          </p:cNvPr>
          <p:cNvSpPr>
            <a:spLocks noGrp="1"/>
          </p:cNvSpPr>
          <p:nvPr>
            <p:ph type="dt" sz="half" idx="10"/>
          </p:nvPr>
        </p:nvSpPr>
        <p:spPr/>
        <p:txBody>
          <a:bodyPr/>
          <a:lstStyle/>
          <a:p>
            <a:fld id="{4439227A-EF89-6541-828B-1C350939ACB8}" type="datetimeFigureOut">
              <a:rPr lang="en-US" smtClean="0"/>
              <a:t>2/2/26</a:t>
            </a:fld>
            <a:endParaRPr lang="en-US"/>
          </a:p>
        </p:txBody>
      </p:sp>
      <p:sp>
        <p:nvSpPr>
          <p:cNvPr id="6" name="Footer Placeholder 5">
            <a:extLst>
              <a:ext uri="{FF2B5EF4-FFF2-40B4-BE49-F238E27FC236}">
                <a16:creationId xmlns:a16="http://schemas.microsoft.com/office/drawing/2014/main" id="{160C5C87-1B46-940D-3B97-0A87C81F61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237E51-6E32-349D-3FC8-179EE5CC4595}"/>
              </a:ext>
            </a:extLst>
          </p:cNvPr>
          <p:cNvSpPr>
            <a:spLocks noGrp="1"/>
          </p:cNvSpPr>
          <p:nvPr>
            <p:ph type="sldNum" sz="quarter" idx="12"/>
          </p:nvPr>
        </p:nvSpPr>
        <p:spPr/>
        <p:txBody>
          <a:bodyPr/>
          <a:lstStyle/>
          <a:p>
            <a:fld id="{43C765A3-6ED8-6A4B-AC6D-67ABED6E12B3}" type="slidenum">
              <a:rPr lang="en-US" smtClean="0"/>
              <a:t>‹#›</a:t>
            </a:fld>
            <a:endParaRPr lang="en-US"/>
          </a:p>
        </p:txBody>
      </p:sp>
    </p:spTree>
    <p:extLst>
      <p:ext uri="{BB962C8B-B14F-4D97-AF65-F5344CB8AC3E}">
        <p14:creationId xmlns:p14="http://schemas.microsoft.com/office/powerpoint/2010/main" val="37488458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B75C0-9E21-CE2F-1985-C244B60BB04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51EF077-9044-278E-AA60-59381B6680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72A2D0-AE85-0378-13B2-26ED51D3A20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9522B59-FA16-0540-2DA5-399A4101F0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23FD07-710A-E0E5-A74C-6912794DBC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906237E-A2DB-E9D7-DC2B-C0578EC72764}"/>
              </a:ext>
            </a:extLst>
          </p:cNvPr>
          <p:cNvSpPr>
            <a:spLocks noGrp="1"/>
          </p:cNvSpPr>
          <p:nvPr>
            <p:ph type="dt" sz="half" idx="10"/>
          </p:nvPr>
        </p:nvSpPr>
        <p:spPr/>
        <p:txBody>
          <a:bodyPr/>
          <a:lstStyle/>
          <a:p>
            <a:fld id="{4439227A-EF89-6541-828B-1C350939ACB8}" type="datetimeFigureOut">
              <a:rPr lang="en-US" smtClean="0"/>
              <a:t>2/2/26</a:t>
            </a:fld>
            <a:endParaRPr lang="en-US"/>
          </a:p>
        </p:txBody>
      </p:sp>
      <p:sp>
        <p:nvSpPr>
          <p:cNvPr id="8" name="Footer Placeholder 7">
            <a:extLst>
              <a:ext uri="{FF2B5EF4-FFF2-40B4-BE49-F238E27FC236}">
                <a16:creationId xmlns:a16="http://schemas.microsoft.com/office/drawing/2014/main" id="{CC2E9149-7FE4-F8ED-509E-FFCC1D4F75D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A53731-0CF4-3C8E-50DB-7E7A144674ED}"/>
              </a:ext>
            </a:extLst>
          </p:cNvPr>
          <p:cNvSpPr>
            <a:spLocks noGrp="1"/>
          </p:cNvSpPr>
          <p:nvPr>
            <p:ph type="sldNum" sz="quarter" idx="12"/>
          </p:nvPr>
        </p:nvSpPr>
        <p:spPr/>
        <p:txBody>
          <a:bodyPr/>
          <a:lstStyle/>
          <a:p>
            <a:fld id="{43C765A3-6ED8-6A4B-AC6D-67ABED6E12B3}" type="slidenum">
              <a:rPr lang="en-US" smtClean="0"/>
              <a:t>‹#›</a:t>
            </a:fld>
            <a:endParaRPr lang="en-US"/>
          </a:p>
        </p:txBody>
      </p:sp>
    </p:spTree>
    <p:extLst>
      <p:ext uri="{BB962C8B-B14F-4D97-AF65-F5344CB8AC3E}">
        <p14:creationId xmlns:p14="http://schemas.microsoft.com/office/powerpoint/2010/main" val="4156078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33AC5-8C0F-F0AB-5A88-EDE5177854C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DDFE39-2E4D-ECE5-8C57-900A4FD3193D}"/>
              </a:ext>
            </a:extLst>
          </p:cNvPr>
          <p:cNvSpPr>
            <a:spLocks noGrp="1"/>
          </p:cNvSpPr>
          <p:nvPr>
            <p:ph type="dt" sz="half" idx="10"/>
          </p:nvPr>
        </p:nvSpPr>
        <p:spPr/>
        <p:txBody>
          <a:bodyPr/>
          <a:lstStyle/>
          <a:p>
            <a:fld id="{4439227A-EF89-6541-828B-1C350939ACB8}" type="datetimeFigureOut">
              <a:rPr lang="en-US" smtClean="0"/>
              <a:t>2/2/26</a:t>
            </a:fld>
            <a:endParaRPr lang="en-US"/>
          </a:p>
        </p:txBody>
      </p:sp>
      <p:sp>
        <p:nvSpPr>
          <p:cNvPr id="4" name="Footer Placeholder 3">
            <a:extLst>
              <a:ext uri="{FF2B5EF4-FFF2-40B4-BE49-F238E27FC236}">
                <a16:creationId xmlns:a16="http://schemas.microsoft.com/office/drawing/2014/main" id="{51442889-8DD0-AB28-FDCE-A31CC1E46A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B19368E-1155-D7AB-57FE-089B765D8F68}"/>
              </a:ext>
            </a:extLst>
          </p:cNvPr>
          <p:cNvSpPr>
            <a:spLocks noGrp="1"/>
          </p:cNvSpPr>
          <p:nvPr>
            <p:ph type="sldNum" sz="quarter" idx="12"/>
          </p:nvPr>
        </p:nvSpPr>
        <p:spPr/>
        <p:txBody>
          <a:bodyPr/>
          <a:lstStyle/>
          <a:p>
            <a:fld id="{43C765A3-6ED8-6A4B-AC6D-67ABED6E12B3}" type="slidenum">
              <a:rPr lang="en-US" smtClean="0"/>
              <a:t>‹#›</a:t>
            </a:fld>
            <a:endParaRPr lang="en-US"/>
          </a:p>
        </p:txBody>
      </p:sp>
    </p:spTree>
    <p:extLst>
      <p:ext uri="{BB962C8B-B14F-4D97-AF65-F5344CB8AC3E}">
        <p14:creationId xmlns:p14="http://schemas.microsoft.com/office/powerpoint/2010/main" val="494865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5AD4A9-CE9A-F6AB-CAA1-331EFD41CC33}"/>
              </a:ext>
            </a:extLst>
          </p:cNvPr>
          <p:cNvSpPr>
            <a:spLocks noGrp="1"/>
          </p:cNvSpPr>
          <p:nvPr>
            <p:ph type="dt" sz="half" idx="10"/>
          </p:nvPr>
        </p:nvSpPr>
        <p:spPr/>
        <p:txBody>
          <a:bodyPr/>
          <a:lstStyle/>
          <a:p>
            <a:fld id="{4439227A-EF89-6541-828B-1C350939ACB8}" type="datetimeFigureOut">
              <a:rPr lang="en-US" smtClean="0"/>
              <a:t>2/2/26</a:t>
            </a:fld>
            <a:endParaRPr lang="en-US"/>
          </a:p>
        </p:txBody>
      </p:sp>
      <p:sp>
        <p:nvSpPr>
          <p:cNvPr id="3" name="Footer Placeholder 2">
            <a:extLst>
              <a:ext uri="{FF2B5EF4-FFF2-40B4-BE49-F238E27FC236}">
                <a16:creationId xmlns:a16="http://schemas.microsoft.com/office/drawing/2014/main" id="{5E889766-DBCE-E4BB-8333-0D810D08779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551AED1-CE66-6372-D5C6-8321D74EEDDC}"/>
              </a:ext>
            </a:extLst>
          </p:cNvPr>
          <p:cNvSpPr>
            <a:spLocks noGrp="1"/>
          </p:cNvSpPr>
          <p:nvPr>
            <p:ph type="sldNum" sz="quarter" idx="12"/>
          </p:nvPr>
        </p:nvSpPr>
        <p:spPr/>
        <p:txBody>
          <a:bodyPr/>
          <a:lstStyle/>
          <a:p>
            <a:fld id="{43C765A3-6ED8-6A4B-AC6D-67ABED6E12B3}" type="slidenum">
              <a:rPr lang="en-US" smtClean="0"/>
              <a:t>‹#›</a:t>
            </a:fld>
            <a:endParaRPr lang="en-US"/>
          </a:p>
        </p:txBody>
      </p:sp>
    </p:spTree>
    <p:extLst>
      <p:ext uri="{BB962C8B-B14F-4D97-AF65-F5344CB8AC3E}">
        <p14:creationId xmlns:p14="http://schemas.microsoft.com/office/powerpoint/2010/main" val="309743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FEF1-F60B-6AAC-0453-3A309B9B57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D00C88-E30B-796C-8041-D429A2672BE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75E296E-DD7C-AFD0-8560-C71D4C0D68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FB4ABE-723C-95E2-9025-A720EBF19B7D}"/>
              </a:ext>
            </a:extLst>
          </p:cNvPr>
          <p:cNvSpPr>
            <a:spLocks noGrp="1"/>
          </p:cNvSpPr>
          <p:nvPr>
            <p:ph type="dt" sz="half" idx="10"/>
          </p:nvPr>
        </p:nvSpPr>
        <p:spPr/>
        <p:txBody>
          <a:bodyPr/>
          <a:lstStyle/>
          <a:p>
            <a:fld id="{4439227A-EF89-6541-828B-1C350939ACB8}" type="datetimeFigureOut">
              <a:rPr lang="en-US" smtClean="0"/>
              <a:t>2/2/26</a:t>
            </a:fld>
            <a:endParaRPr lang="en-US"/>
          </a:p>
        </p:txBody>
      </p:sp>
      <p:sp>
        <p:nvSpPr>
          <p:cNvPr id="6" name="Footer Placeholder 5">
            <a:extLst>
              <a:ext uri="{FF2B5EF4-FFF2-40B4-BE49-F238E27FC236}">
                <a16:creationId xmlns:a16="http://schemas.microsoft.com/office/drawing/2014/main" id="{07F705E8-4C0E-C45D-80D0-4DE082228E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656A09-39B2-A480-C026-5F6830FCD0D5}"/>
              </a:ext>
            </a:extLst>
          </p:cNvPr>
          <p:cNvSpPr>
            <a:spLocks noGrp="1"/>
          </p:cNvSpPr>
          <p:nvPr>
            <p:ph type="sldNum" sz="quarter" idx="12"/>
          </p:nvPr>
        </p:nvSpPr>
        <p:spPr/>
        <p:txBody>
          <a:bodyPr/>
          <a:lstStyle/>
          <a:p>
            <a:fld id="{43C765A3-6ED8-6A4B-AC6D-67ABED6E12B3}" type="slidenum">
              <a:rPr lang="en-US" smtClean="0"/>
              <a:t>‹#›</a:t>
            </a:fld>
            <a:endParaRPr lang="en-US"/>
          </a:p>
        </p:txBody>
      </p:sp>
    </p:spTree>
    <p:extLst>
      <p:ext uri="{BB962C8B-B14F-4D97-AF65-F5344CB8AC3E}">
        <p14:creationId xmlns:p14="http://schemas.microsoft.com/office/powerpoint/2010/main" val="1636618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CBA17-D667-67AE-40CC-08D770F4A0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15B740A-AFC0-AB04-0A00-EDB044E27F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6061F00-DE0A-41C7-E835-7B7FB67928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6F5A24-E06B-DCCF-5A9A-FF12AD19D046}"/>
              </a:ext>
            </a:extLst>
          </p:cNvPr>
          <p:cNvSpPr>
            <a:spLocks noGrp="1"/>
          </p:cNvSpPr>
          <p:nvPr>
            <p:ph type="dt" sz="half" idx="10"/>
          </p:nvPr>
        </p:nvSpPr>
        <p:spPr/>
        <p:txBody>
          <a:bodyPr/>
          <a:lstStyle/>
          <a:p>
            <a:fld id="{4439227A-EF89-6541-828B-1C350939ACB8}" type="datetimeFigureOut">
              <a:rPr lang="en-US" smtClean="0"/>
              <a:t>2/2/26</a:t>
            </a:fld>
            <a:endParaRPr lang="en-US"/>
          </a:p>
        </p:txBody>
      </p:sp>
      <p:sp>
        <p:nvSpPr>
          <p:cNvPr id="6" name="Footer Placeholder 5">
            <a:extLst>
              <a:ext uri="{FF2B5EF4-FFF2-40B4-BE49-F238E27FC236}">
                <a16:creationId xmlns:a16="http://schemas.microsoft.com/office/drawing/2014/main" id="{A1E889C7-5B9B-06B3-2350-86A7862555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3F1471-E57A-4542-E5E9-05362D61FA7F}"/>
              </a:ext>
            </a:extLst>
          </p:cNvPr>
          <p:cNvSpPr>
            <a:spLocks noGrp="1"/>
          </p:cNvSpPr>
          <p:nvPr>
            <p:ph type="sldNum" sz="quarter" idx="12"/>
          </p:nvPr>
        </p:nvSpPr>
        <p:spPr/>
        <p:txBody>
          <a:bodyPr/>
          <a:lstStyle/>
          <a:p>
            <a:fld id="{43C765A3-6ED8-6A4B-AC6D-67ABED6E12B3}" type="slidenum">
              <a:rPr lang="en-US" smtClean="0"/>
              <a:t>‹#›</a:t>
            </a:fld>
            <a:endParaRPr lang="en-US"/>
          </a:p>
        </p:txBody>
      </p:sp>
    </p:spTree>
    <p:extLst>
      <p:ext uri="{BB962C8B-B14F-4D97-AF65-F5344CB8AC3E}">
        <p14:creationId xmlns:p14="http://schemas.microsoft.com/office/powerpoint/2010/main" val="18378982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3D096-05A8-8E21-1A69-ED5E7526D17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459A48-F8A5-6831-1C4C-19D7540466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623D51-A23D-8ECD-2917-F4C7C60B9EF4}"/>
              </a:ext>
            </a:extLst>
          </p:cNvPr>
          <p:cNvSpPr>
            <a:spLocks noGrp="1"/>
          </p:cNvSpPr>
          <p:nvPr>
            <p:ph type="dt" sz="half" idx="10"/>
          </p:nvPr>
        </p:nvSpPr>
        <p:spPr/>
        <p:txBody>
          <a:bodyPr/>
          <a:lstStyle/>
          <a:p>
            <a:fld id="{4439227A-EF89-6541-828B-1C350939ACB8}" type="datetimeFigureOut">
              <a:rPr lang="en-US" smtClean="0"/>
              <a:t>2/2/26</a:t>
            </a:fld>
            <a:endParaRPr lang="en-US"/>
          </a:p>
        </p:txBody>
      </p:sp>
      <p:sp>
        <p:nvSpPr>
          <p:cNvPr id="5" name="Footer Placeholder 4">
            <a:extLst>
              <a:ext uri="{FF2B5EF4-FFF2-40B4-BE49-F238E27FC236}">
                <a16:creationId xmlns:a16="http://schemas.microsoft.com/office/drawing/2014/main" id="{D63F084F-7D11-CF06-F764-983DAF1B1A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6CACCE-3933-5253-E880-EAC0C802C41C}"/>
              </a:ext>
            </a:extLst>
          </p:cNvPr>
          <p:cNvSpPr>
            <a:spLocks noGrp="1"/>
          </p:cNvSpPr>
          <p:nvPr>
            <p:ph type="sldNum" sz="quarter" idx="12"/>
          </p:nvPr>
        </p:nvSpPr>
        <p:spPr/>
        <p:txBody>
          <a:bodyPr/>
          <a:lstStyle/>
          <a:p>
            <a:fld id="{43C765A3-6ED8-6A4B-AC6D-67ABED6E12B3}" type="slidenum">
              <a:rPr lang="en-US" smtClean="0"/>
              <a:t>‹#›</a:t>
            </a:fld>
            <a:endParaRPr lang="en-US"/>
          </a:p>
        </p:txBody>
      </p:sp>
    </p:spTree>
    <p:extLst>
      <p:ext uri="{BB962C8B-B14F-4D97-AF65-F5344CB8AC3E}">
        <p14:creationId xmlns:p14="http://schemas.microsoft.com/office/powerpoint/2010/main" val="13821478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247FE3-2A72-DBED-14E3-4D186190D94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0B30275-02A5-3339-4031-E9AC43CF7C4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909CDA-674C-B961-8093-437992C3D6AD}"/>
              </a:ext>
            </a:extLst>
          </p:cNvPr>
          <p:cNvSpPr>
            <a:spLocks noGrp="1"/>
          </p:cNvSpPr>
          <p:nvPr>
            <p:ph type="dt" sz="half" idx="10"/>
          </p:nvPr>
        </p:nvSpPr>
        <p:spPr/>
        <p:txBody>
          <a:bodyPr/>
          <a:lstStyle/>
          <a:p>
            <a:fld id="{4439227A-EF89-6541-828B-1C350939ACB8}" type="datetimeFigureOut">
              <a:rPr lang="en-US" smtClean="0"/>
              <a:t>2/2/26</a:t>
            </a:fld>
            <a:endParaRPr lang="en-US"/>
          </a:p>
        </p:txBody>
      </p:sp>
      <p:sp>
        <p:nvSpPr>
          <p:cNvPr id="5" name="Footer Placeholder 4">
            <a:extLst>
              <a:ext uri="{FF2B5EF4-FFF2-40B4-BE49-F238E27FC236}">
                <a16:creationId xmlns:a16="http://schemas.microsoft.com/office/drawing/2014/main" id="{A4CA0638-7598-A6DF-4FC6-CE0FA37A47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506E0E-269D-CBEE-9848-61009F33A067}"/>
              </a:ext>
            </a:extLst>
          </p:cNvPr>
          <p:cNvSpPr>
            <a:spLocks noGrp="1"/>
          </p:cNvSpPr>
          <p:nvPr>
            <p:ph type="sldNum" sz="quarter" idx="12"/>
          </p:nvPr>
        </p:nvSpPr>
        <p:spPr/>
        <p:txBody>
          <a:bodyPr/>
          <a:lstStyle/>
          <a:p>
            <a:fld id="{43C765A3-6ED8-6A4B-AC6D-67ABED6E12B3}" type="slidenum">
              <a:rPr lang="en-US" smtClean="0"/>
              <a:t>‹#›</a:t>
            </a:fld>
            <a:endParaRPr lang="en-US"/>
          </a:p>
        </p:txBody>
      </p:sp>
    </p:spTree>
    <p:extLst>
      <p:ext uri="{BB962C8B-B14F-4D97-AF65-F5344CB8AC3E}">
        <p14:creationId xmlns:p14="http://schemas.microsoft.com/office/powerpoint/2010/main" val="3353162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FE2459E-5E42-F354-AD67-DDDAA091DB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FAAF85D-FE33-3CD0-61CA-DE8DA11258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090BB3-DA4A-DB8F-A986-1A6AEBAADA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439227A-EF89-6541-828B-1C350939ACB8}" type="datetimeFigureOut">
              <a:rPr lang="en-US" smtClean="0"/>
              <a:t>2/2/26</a:t>
            </a:fld>
            <a:endParaRPr lang="en-US"/>
          </a:p>
        </p:txBody>
      </p:sp>
      <p:sp>
        <p:nvSpPr>
          <p:cNvPr id="5" name="Footer Placeholder 4">
            <a:extLst>
              <a:ext uri="{FF2B5EF4-FFF2-40B4-BE49-F238E27FC236}">
                <a16:creationId xmlns:a16="http://schemas.microsoft.com/office/drawing/2014/main" id="{8D1D41A8-A9FF-6C9E-450C-A534F31E85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65D5F21-F3BF-4335-E2F2-305B851A3D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3C765A3-6ED8-6A4B-AC6D-67ABED6E12B3}" type="slidenum">
              <a:rPr lang="en-US" smtClean="0"/>
              <a:t>‹#›</a:t>
            </a:fld>
            <a:endParaRPr lang="en-US"/>
          </a:p>
        </p:txBody>
      </p:sp>
    </p:spTree>
    <p:extLst>
      <p:ext uri="{BB962C8B-B14F-4D97-AF65-F5344CB8AC3E}">
        <p14:creationId xmlns:p14="http://schemas.microsoft.com/office/powerpoint/2010/main" val="15412734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E0D4E7-66D7-457E-4101-4D38AC4EAF4C}"/>
              </a:ext>
            </a:extLst>
          </p:cNvPr>
          <p:cNvSpPr>
            <a:spLocks noGrp="1"/>
          </p:cNvSpPr>
          <p:nvPr>
            <p:ph type="ctrTitle"/>
          </p:nvPr>
        </p:nvSpPr>
        <p:spPr>
          <a:xfrm>
            <a:off x="6364609" y="4562234"/>
            <a:ext cx="4805996" cy="745530"/>
          </a:xfrm>
        </p:spPr>
        <p:txBody>
          <a:bodyPr anchor="t">
            <a:normAutofit/>
          </a:bodyPr>
          <a:lstStyle/>
          <a:p>
            <a:pPr algn="l"/>
            <a:r>
              <a:rPr lang="en-US" sz="1900" b="1" dirty="0">
                <a:solidFill>
                  <a:srgbClr val="FF032A"/>
                </a:solidFill>
                <a:latin typeface="+mn-lt"/>
              </a:rPr>
              <a:t>Aklank Diwakar</a:t>
            </a:r>
            <a:br>
              <a:rPr lang="en-US" sz="1900" b="1" dirty="0">
                <a:solidFill>
                  <a:srgbClr val="FF032A"/>
                </a:solidFill>
                <a:latin typeface="+mn-lt"/>
              </a:rPr>
            </a:br>
            <a:r>
              <a:rPr lang="en-US" sz="1900" b="1" dirty="0">
                <a:solidFill>
                  <a:srgbClr val="FF032A"/>
                </a:solidFill>
                <a:latin typeface="+mn-lt"/>
              </a:rPr>
              <a:t>Cloud Architect - Oracle</a:t>
            </a:r>
          </a:p>
        </p:txBody>
      </p:sp>
      <p:pic>
        <p:nvPicPr>
          <p:cNvPr id="26" name="Graphic 25" descr="Head with Gears">
            <a:extLst>
              <a:ext uri="{FF2B5EF4-FFF2-40B4-BE49-F238E27FC236}">
                <a16:creationId xmlns:a16="http://schemas.microsoft.com/office/drawing/2014/main" id="{4E1EA321-FA34-E756-7BA9-B1B9AC11AD8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50" name="Group 49">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34" name="Freeform: Shape 33">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reeform: Shape 34">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Freeform: Shape 35">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Title 1">
            <a:extLst>
              <a:ext uri="{FF2B5EF4-FFF2-40B4-BE49-F238E27FC236}">
                <a16:creationId xmlns:a16="http://schemas.microsoft.com/office/drawing/2014/main" id="{59BDCCA6-A121-F1D3-B408-849D59536E0D}"/>
              </a:ext>
            </a:extLst>
          </p:cNvPr>
          <p:cNvSpPr txBox="1">
            <a:spLocks/>
          </p:cNvSpPr>
          <p:nvPr/>
        </p:nvSpPr>
        <p:spPr>
          <a:xfrm>
            <a:off x="6320793" y="3789226"/>
            <a:ext cx="5870902" cy="1297115"/>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1900" b="1" dirty="0">
                <a:solidFill>
                  <a:schemeClr val="tx2"/>
                </a:solidFill>
              </a:rPr>
              <a:t>Building Production-Grade Agentic AI Systems with </a:t>
            </a:r>
            <a:r>
              <a:rPr lang="en-IN" sz="1900" b="1" dirty="0" err="1">
                <a:solidFill>
                  <a:schemeClr val="tx2"/>
                </a:solidFill>
              </a:rPr>
              <a:t>LangGraph</a:t>
            </a:r>
            <a:br>
              <a:rPr lang="en-IN" sz="1900" dirty="0">
                <a:solidFill>
                  <a:schemeClr val="tx2"/>
                </a:solidFill>
              </a:rPr>
            </a:br>
            <a:endParaRPr lang="en-US" sz="1900" dirty="0">
              <a:solidFill>
                <a:schemeClr val="tx2"/>
              </a:solidFill>
            </a:endParaRPr>
          </a:p>
        </p:txBody>
      </p:sp>
    </p:spTree>
    <p:extLst>
      <p:ext uri="{BB962C8B-B14F-4D97-AF65-F5344CB8AC3E}">
        <p14:creationId xmlns:p14="http://schemas.microsoft.com/office/powerpoint/2010/main" val="34879414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4053CBF-3932-45FF-8285-EE5146085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2E751C04-BEA6-446B-A678-9C74819EBD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2625A013-D9BE-43C4-AF21-6F2B003EF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F7875715-EC2E-457F-851D-F6C817685F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7E41CC6-0C83-40EE-80BB-79394D9E9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00603498-5DFE-4D26-BFB5-C9269C9BD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B63ACBA3-DEFD-4C6D-BBA0-64468FA99C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62F7819D-2B89-4D80-A1C3-8B318116BA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B7065990-2350-41B3-858B-20EF8744F2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58DA7EC7-CAA0-4665-AA29-BFBA806EC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B1132A14-489F-4CED-B626-2A1711C98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Content Placeholder 2">
            <a:extLst>
              <a:ext uri="{FF2B5EF4-FFF2-40B4-BE49-F238E27FC236}">
                <a16:creationId xmlns:a16="http://schemas.microsoft.com/office/drawing/2014/main" id="{0E070EB9-986C-F626-96E5-9FA8A6FEB058}"/>
              </a:ext>
            </a:extLst>
          </p:cNvPr>
          <p:cNvSpPr>
            <a:spLocks noGrp="1"/>
          </p:cNvSpPr>
          <p:nvPr>
            <p:ph idx="1"/>
          </p:nvPr>
        </p:nvSpPr>
        <p:spPr>
          <a:xfrm>
            <a:off x="837437" y="1445000"/>
            <a:ext cx="9833548" cy="4391997"/>
          </a:xfrm>
        </p:spPr>
        <p:txBody>
          <a:bodyPr>
            <a:normAutofit fontScale="25000" lnSpcReduction="20000"/>
          </a:bodyPr>
          <a:lstStyle/>
          <a:p>
            <a:pPr>
              <a:lnSpc>
                <a:spcPct val="120000"/>
              </a:lnSpc>
            </a:pPr>
            <a:r>
              <a:rPr lang="en-IN" sz="6200" b="1" dirty="0"/>
              <a:t>Problem with traditional LLM apps</a:t>
            </a:r>
            <a:endParaRPr lang="en-IN" sz="6200" dirty="0"/>
          </a:p>
          <a:p>
            <a:pPr lvl="1">
              <a:lnSpc>
                <a:spcPct val="120000"/>
              </a:lnSpc>
            </a:pPr>
            <a:r>
              <a:rPr lang="en-IN" sz="5800" dirty="0"/>
              <a:t>Stateless</a:t>
            </a:r>
          </a:p>
          <a:p>
            <a:pPr lvl="1">
              <a:lnSpc>
                <a:spcPct val="120000"/>
              </a:lnSpc>
            </a:pPr>
            <a:r>
              <a:rPr lang="en-IN" sz="5800" dirty="0"/>
              <a:t>One-shot responses</a:t>
            </a:r>
          </a:p>
          <a:p>
            <a:pPr lvl="1">
              <a:lnSpc>
                <a:spcPct val="120000"/>
              </a:lnSpc>
            </a:pPr>
            <a:r>
              <a:rPr lang="en-IN" sz="5800" dirty="0"/>
              <a:t>No decision-making</a:t>
            </a:r>
          </a:p>
          <a:p>
            <a:pPr lvl="1">
              <a:lnSpc>
                <a:spcPct val="120000"/>
              </a:lnSpc>
            </a:pPr>
            <a:r>
              <a:rPr lang="en-IN" sz="5800" dirty="0"/>
              <a:t>No collaboration</a:t>
            </a:r>
          </a:p>
          <a:p>
            <a:pPr>
              <a:lnSpc>
                <a:spcPct val="120000"/>
              </a:lnSpc>
            </a:pPr>
            <a:r>
              <a:rPr lang="en-IN" sz="6200" b="1" dirty="0"/>
              <a:t>What Agentic AI enables</a:t>
            </a:r>
            <a:endParaRPr lang="en-IN" sz="6200" dirty="0"/>
          </a:p>
          <a:p>
            <a:pPr lvl="1">
              <a:lnSpc>
                <a:spcPct val="120000"/>
              </a:lnSpc>
            </a:pPr>
            <a:r>
              <a:rPr lang="en-IN" sz="5800" dirty="0"/>
              <a:t>Reasoning + actions</a:t>
            </a:r>
          </a:p>
          <a:p>
            <a:pPr lvl="1">
              <a:lnSpc>
                <a:spcPct val="120000"/>
              </a:lnSpc>
            </a:pPr>
            <a:r>
              <a:rPr lang="en-IN" sz="5800" dirty="0"/>
              <a:t>Tool usage</a:t>
            </a:r>
          </a:p>
          <a:p>
            <a:pPr lvl="1">
              <a:lnSpc>
                <a:spcPct val="120000"/>
              </a:lnSpc>
            </a:pPr>
            <a:r>
              <a:rPr lang="en-IN" sz="5800" dirty="0"/>
              <a:t>Multi-step workflows</a:t>
            </a:r>
          </a:p>
          <a:p>
            <a:pPr lvl="1">
              <a:lnSpc>
                <a:spcPct val="120000"/>
              </a:lnSpc>
            </a:pPr>
            <a:r>
              <a:rPr lang="en-IN" sz="5800" dirty="0"/>
              <a:t>Autonomous problem solving</a:t>
            </a:r>
          </a:p>
          <a:p>
            <a:pPr>
              <a:lnSpc>
                <a:spcPct val="120000"/>
              </a:lnSpc>
            </a:pPr>
            <a:r>
              <a:rPr lang="en-IN" sz="6200" b="1" dirty="0"/>
              <a:t>What is AI Agents</a:t>
            </a:r>
          </a:p>
          <a:p>
            <a:pPr lvl="1">
              <a:lnSpc>
                <a:spcPct val="120000"/>
              </a:lnSpc>
            </a:pPr>
            <a:r>
              <a:rPr lang="en-IN" sz="5800" dirty="0"/>
              <a:t>LLM</a:t>
            </a:r>
          </a:p>
          <a:p>
            <a:pPr lvl="1">
              <a:lnSpc>
                <a:spcPct val="120000"/>
              </a:lnSpc>
            </a:pPr>
            <a:r>
              <a:rPr lang="en-IN" sz="5800" dirty="0"/>
              <a:t>Tools (Sub-Agent)</a:t>
            </a:r>
          </a:p>
          <a:p>
            <a:pPr lvl="1">
              <a:lnSpc>
                <a:spcPct val="120000"/>
              </a:lnSpc>
            </a:pPr>
            <a:r>
              <a:rPr lang="en-IN" sz="5800" dirty="0"/>
              <a:t>State</a:t>
            </a:r>
          </a:p>
          <a:p>
            <a:pPr lvl="1">
              <a:lnSpc>
                <a:spcPct val="120000"/>
              </a:lnSpc>
            </a:pPr>
            <a:r>
              <a:rPr lang="en-IN" sz="5800" dirty="0"/>
              <a:t>Memory</a:t>
            </a:r>
          </a:p>
          <a:p>
            <a:pPr lvl="1">
              <a:lnSpc>
                <a:spcPct val="120000"/>
              </a:lnSpc>
            </a:pPr>
            <a:r>
              <a:rPr lang="en-IN" sz="5800" dirty="0"/>
              <a:t>Orchestration </a:t>
            </a:r>
          </a:p>
          <a:p>
            <a:pPr marL="0" indent="0">
              <a:lnSpc>
                <a:spcPct val="120000"/>
              </a:lnSpc>
              <a:buNone/>
            </a:pPr>
            <a:r>
              <a:rPr lang="en-IN" sz="6000" dirty="0"/>
              <a:t>User → Agent → Think → Act → Observe → Think → Act → Result</a:t>
            </a:r>
          </a:p>
          <a:p>
            <a:endParaRPr lang="en-IN" sz="6200" dirty="0"/>
          </a:p>
          <a:p>
            <a:endParaRPr lang="en-US" sz="1800" dirty="0">
              <a:solidFill>
                <a:schemeClr val="tx2"/>
              </a:solidFill>
            </a:endParaRPr>
          </a:p>
        </p:txBody>
      </p:sp>
      <p:sp>
        <p:nvSpPr>
          <p:cNvPr id="7" name="Title 4">
            <a:extLst>
              <a:ext uri="{FF2B5EF4-FFF2-40B4-BE49-F238E27FC236}">
                <a16:creationId xmlns:a16="http://schemas.microsoft.com/office/drawing/2014/main" id="{E5DF8883-DC2A-16D8-6B31-1B5A8B3413D8}"/>
              </a:ext>
            </a:extLst>
          </p:cNvPr>
          <p:cNvSpPr>
            <a:spLocks noGrp="1"/>
          </p:cNvSpPr>
          <p:nvPr>
            <p:ph type="title"/>
          </p:nvPr>
        </p:nvSpPr>
        <p:spPr>
          <a:xfrm>
            <a:off x="838200" y="365125"/>
            <a:ext cx="10515600" cy="1325563"/>
          </a:xfrm>
        </p:spPr>
        <p:txBody>
          <a:bodyPr>
            <a:normAutofit/>
          </a:bodyPr>
          <a:lstStyle/>
          <a:p>
            <a:r>
              <a:rPr lang="en-IN" sz="3200" dirty="0"/>
              <a:t>Why Agentic AI?</a:t>
            </a:r>
            <a:endParaRPr lang="en-US" sz="3200" dirty="0"/>
          </a:p>
        </p:txBody>
      </p:sp>
    </p:spTree>
    <p:extLst>
      <p:ext uri="{BB962C8B-B14F-4D97-AF65-F5344CB8AC3E}">
        <p14:creationId xmlns:p14="http://schemas.microsoft.com/office/powerpoint/2010/main" val="40553919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94D8F2-64DC-7765-AE92-7634999932D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00DABD6-B4AF-B738-3B5D-16B00971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4EAEB3F-156C-EEB0-CD50-E9B900F4E6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B6905717-7EE3-0474-1137-81C0A91754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013A6E5A-6D09-9DEF-142A-7421A0E10C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6343B94A-FC3F-3C97-B89B-A479032771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7DC45F56-8A46-3A9B-8F4F-2D383C3682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FEA4DFE1-E281-5141-3DDD-41ED8F6DD4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20E64705-BF2E-2C53-AB72-E6E2B2307C5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A70D2F17-8020-16C5-5480-0CC2534A7E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4C6A2E5B-36D6-1CDF-0802-2D046AD330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15B43572-DDDF-0C2C-F645-1623DA831E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5237393F-991B-162F-6225-8F9191DF54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Content Placeholder 2">
            <a:extLst>
              <a:ext uri="{FF2B5EF4-FFF2-40B4-BE49-F238E27FC236}">
                <a16:creationId xmlns:a16="http://schemas.microsoft.com/office/drawing/2014/main" id="{A339236C-532F-C521-6643-66D42A518907}"/>
              </a:ext>
            </a:extLst>
          </p:cNvPr>
          <p:cNvSpPr>
            <a:spLocks noGrp="1"/>
          </p:cNvSpPr>
          <p:nvPr>
            <p:ph idx="1"/>
          </p:nvPr>
        </p:nvSpPr>
        <p:spPr>
          <a:xfrm>
            <a:off x="838200" y="1788884"/>
            <a:ext cx="9833548" cy="3854747"/>
          </a:xfrm>
        </p:spPr>
        <p:txBody>
          <a:bodyPr>
            <a:normAutofit/>
          </a:bodyPr>
          <a:lstStyle/>
          <a:p>
            <a:pPr>
              <a:lnSpc>
                <a:spcPct val="100000"/>
              </a:lnSpc>
            </a:pPr>
            <a:r>
              <a:rPr lang="en-US" sz="1600" b="1" dirty="0"/>
              <a:t>Real-world scenario: </a:t>
            </a:r>
            <a:r>
              <a:rPr lang="en-IN" sz="1600" dirty="0"/>
              <a:t>An agentic workflow that interprets natural language HR/IT requests (e.g., reset password, assign role, unlock user), decides the correct action with an LLM supervisor, and executes the task through specialized agents while passing shared conversation state across steps. The </a:t>
            </a:r>
            <a:r>
              <a:rPr lang="en-IN" sz="1600" dirty="0" err="1"/>
              <a:t>LangGraph</a:t>
            </a:r>
            <a:r>
              <a:rPr lang="en-IN" sz="1600" dirty="0"/>
              <a:t> workflow ensures context flows deterministically between nodes, demonstrating how to build </a:t>
            </a:r>
            <a:r>
              <a:rPr lang="en-IN" sz="1600" b="1" dirty="0"/>
              <a:t>stateful, multi-agent systems</a:t>
            </a:r>
            <a:r>
              <a:rPr lang="en-IN" sz="1600" dirty="0"/>
              <a:t> in a reproducible pattern ready for extension to production environments.</a:t>
            </a:r>
          </a:p>
          <a:p>
            <a:pPr marL="0" indent="0">
              <a:lnSpc>
                <a:spcPct val="100000"/>
              </a:lnSpc>
              <a:buNone/>
            </a:pPr>
            <a:endParaRPr lang="en-US" sz="1600" b="1" dirty="0"/>
          </a:p>
          <a:p>
            <a:pPr>
              <a:lnSpc>
                <a:spcPct val="100000"/>
              </a:lnSpc>
            </a:pPr>
            <a:r>
              <a:rPr lang="en-US" sz="1600" b="1" dirty="0"/>
              <a:t>Why traditional approaches fall short:</a:t>
            </a:r>
          </a:p>
          <a:p>
            <a:pPr lvl="1">
              <a:lnSpc>
                <a:spcPct val="100000"/>
              </a:lnSpc>
            </a:pPr>
            <a:r>
              <a:rPr lang="en-US" sz="1600" dirty="0"/>
              <a:t>Single LLM calls lack reasoning and tool use
Hardcoded workflows can't adapt to complex queries
No memory or state management across interactions
Limited ability to verify and self-correct outputs</a:t>
            </a:r>
          </a:p>
          <a:p>
            <a:pPr lvl="1"/>
            <a:endParaRPr lang="en-IN" sz="5800" dirty="0"/>
          </a:p>
          <a:p>
            <a:endParaRPr lang="en-IN" sz="6200" dirty="0"/>
          </a:p>
          <a:p>
            <a:endParaRPr lang="en-US" sz="1800" dirty="0">
              <a:solidFill>
                <a:schemeClr val="tx2"/>
              </a:solidFill>
            </a:endParaRPr>
          </a:p>
        </p:txBody>
      </p:sp>
      <p:sp>
        <p:nvSpPr>
          <p:cNvPr id="7" name="Title 4">
            <a:extLst>
              <a:ext uri="{FF2B5EF4-FFF2-40B4-BE49-F238E27FC236}">
                <a16:creationId xmlns:a16="http://schemas.microsoft.com/office/drawing/2014/main" id="{78248857-682C-FDBF-9A6F-B7F46EDB3A81}"/>
              </a:ext>
            </a:extLst>
          </p:cNvPr>
          <p:cNvSpPr>
            <a:spLocks noGrp="1"/>
          </p:cNvSpPr>
          <p:nvPr>
            <p:ph type="title"/>
          </p:nvPr>
        </p:nvSpPr>
        <p:spPr>
          <a:xfrm>
            <a:off x="838200" y="365125"/>
            <a:ext cx="10515600" cy="1325563"/>
          </a:xfrm>
        </p:spPr>
        <p:txBody>
          <a:bodyPr>
            <a:normAutofit/>
          </a:bodyPr>
          <a:lstStyle/>
          <a:p>
            <a:r>
              <a:rPr lang="en-US" sz="3200" dirty="0"/>
              <a:t>Problem Statement &amp; Context</a:t>
            </a:r>
          </a:p>
        </p:txBody>
      </p:sp>
    </p:spTree>
    <p:extLst>
      <p:ext uri="{BB962C8B-B14F-4D97-AF65-F5344CB8AC3E}">
        <p14:creationId xmlns:p14="http://schemas.microsoft.com/office/powerpoint/2010/main" val="8563847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5F11CC22-1654-72A9-AC96-EC592EEE4D4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52ADDE-D881-DFB6-CAB2-6CAC1B050D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79AFC93-A851-96B3-335D-BF3A66BD5A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3670ED34-25CC-F105-0603-D3CC3DDD02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43FC9CB0-3670-66DA-73B8-6C8F3F2925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CC0BE00-289F-7A0C-EADD-BABA7E6FA0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D17EF94F-6589-24CC-8C2E-60D535E2DD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F60ECA1-9D09-2D3D-E9A0-C33FF7DECA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9EBAB9AC-73AD-1BE9-4744-4EA885AEDE6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0D53234B-BE64-CFBA-2684-AECAFE9D89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B7A74D36-2D04-DB08-C78E-38F368C508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B7FB277B-4404-CE00-EDD6-3836ACFDB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B8C9C2C8-6FCC-06A4-B816-E6225059C4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Content Placeholder 2">
            <a:extLst>
              <a:ext uri="{FF2B5EF4-FFF2-40B4-BE49-F238E27FC236}">
                <a16:creationId xmlns:a16="http://schemas.microsoft.com/office/drawing/2014/main" id="{3E360C2E-9E7B-FBB6-3FFB-D444B2589396}"/>
              </a:ext>
            </a:extLst>
          </p:cNvPr>
          <p:cNvSpPr>
            <a:spLocks noGrp="1"/>
          </p:cNvSpPr>
          <p:nvPr>
            <p:ph idx="1"/>
          </p:nvPr>
        </p:nvSpPr>
        <p:spPr>
          <a:xfrm>
            <a:off x="838200" y="2200365"/>
            <a:ext cx="9833548" cy="3854747"/>
          </a:xfrm>
        </p:spPr>
        <p:txBody>
          <a:bodyPr>
            <a:normAutofit/>
          </a:bodyPr>
          <a:lstStyle/>
          <a:p>
            <a:endParaRPr lang="en-IN" sz="6200" dirty="0"/>
          </a:p>
          <a:p>
            <a:endParaRPr lang="en-US" sz="1800" dirty="0">
              <a:solidFill>
                <a:schemeClr val="tx2"/>
              </a:solidFill>
            </a:endParaRPr>
          </a:p>
        </p:txBody>
      </p:sp>
      <p:sp>
        <p:nvSpPr>
          <p:cNvPr id="7" name="Title 4">
            <a:extLst>
              <a:ext uri="{FF2B5EF4-FFF2-40B4-BE49-F238E27FC236}">
                <a16:creationId xmlns:a16="http://schemas.microsoft.com/office/drawing/2014/main" id="{4DCCDA63-B202-05B7-2B24-A583C8D8349E}"/>
              </a:ext>
            </a:extLst>
          </p:cNvPr>
          <p:cNvSpPr>
            <a:spLocks noGrp="1"/>
          </p:cNvSpPr>
          <p:nvPr>
            <p:ph type="title"/>
          </p:nvPr>
        </p:nvSpPr>
        <p:spPr>
          <a:xfrm>
            <a:off x="838200" y="365125"/>
            <a:ext cx="10515600" cy="1325563"/>
          </a:xfrm>
        </p:spPr>
        <p:txBody>
          <a:bodyPr>
            <a:normAutofit/>
          </a:bodyPr>
          <a:lstStyle/>
          <a:p>
            <a:r>
              <a:rPr lang="en-IN" sz="3200" dirty="0"/>
              <a:t>Single Agent vs Multi-Agent vs Workflow</a:t>
            </a:r>
            <a:endParaRPr lang="en-US" sz="3200" dirty="0"/>
          </a:p>
        </p:txBody>
      </p:sp>
      <p:graphicFrame>
        <p:nvGraphicFramePr>
          <p:cNvPr id="2" name="Table 1">
            <a:extLst>
              <a:ext uri="{FF2B5EF4-FFF2-40B4-BE49-F238E27FC236}">
                <a16:creationId xmlns:a16="http://schemas.microsoft.com/office/drawing/2014/main" id="{2E80BBF2-2B82-5CE2-F5AD-08884DDB1B32}"/>
              </a:ext>
            </a:extLst>
          </p:cNvPr>
          <p:cNvGraphicFramePr>
            <a:graphicFrameLocks noGrp="1"/>
          </p:cNvGraphicFramePr>
          <p:nvPr>
            <p:extLst>
              <p:ext uri="{D42A27DB-BD31-4B8C-83A1-F6EECF244321}">
                <p14:modId xmlns:p14="http://schemas.microsoft.com/office/powerpoint/2010/main" val="1285816531"/>
              </p:ext>
            </p:extLst>
          </p:nvPr>
        </p:nvGraphicFramePr>
        <p:xfrm>
          <a:off x="838200" y="1893178"/>
          <a:ext cx="10515600" cy="2560320"/>
        </p:xfrm>
        <a:graphic>
          <a:graphicData uri="http://schemas.openxmlformats.org/drawingml/2006/table">
            <a:tbl>
              <a:tblPr/>
              <a:tblGrid>
                <a:gridCol w="2628900">
                  <a:extLst>
                    <a:ext uri="{9D8B030D-6E8A-4147-A177-3AD203B41FA5}">
                      <a16:colId xmlns:a16="http://schemas.microsoft.com/office/drawing/2014/main" val="707876424"/>
                    </a:ext>
                  </a:extLst>
                </a:gridCol>
                <a:gridCol w="2628900">
                  <a:extLst>
                    <a:ext uri="{9D8B030D-6E8A-4147-A177-3AD203B41FA5}">
                      <a16:colId xmlns:a16="http://schemas.microsoft.com/office/drawing/2014/main" val="882073345"/>
                    </a:ext>
                  </a:extLst>
                </a:gridCol>
                <a:gridCol w="2628900">
                  <a:extLst>
                    <a:ext uri="{9D8B030D-6E8A-4147-A177-3AD203B41FA5}">
                      <a16:colId xmlns:a16="http://schemas.microsoft.com/office/drawing/2014/main" val="682939445"/>
                    </a:ext>
                  </a:extLst>
                </a:gridCol>
                <a:gridCol w="2628900">
                  <a:extLst>
                    <a:ext uri="{9D8B030D-6E8A-4147-A177-3AD203B41FA5}">
                      <a16:colId xmlns:a16="http://schemas.microsoft.com/office/drawing/2014/main" val="1799700386"/>
                    </a:ext>
                  </a:extLst>
                </a:gridCol>
              </a:tblGrid>
              <a:tr h="0">
                <a:tc>
                  <a:txBody>
                    <a:bodyPr/>
                    <a:lstStyle/>
                    <a:p>
                      <a:pPr>
                        <a:buNone/>
                      </a:pPr>
                      <a:endParaRPr lang="en-IN" dirty="0"/>
                    </a:p>
                  </a:txBody>
                  <a:tcPr anchor="ctr">
                    <a:lnL>
                      <a:noFill/>
                    </a:lnL>
                    <a:lnR>
                      <a:noFill/>
                    </a:lnR>
                    <a:lnT>
                      <a:noFill/>
                    </a:lnT>
                    <a:lnB>
                      <a:noFill/>
                    </a:lnB>
                    <a:noFill/>
                  </a:tcPr>
                </a:tc>
                <a:tc>
                  <a:txBody>
                    <a:bodyPr/>
                    <a:lstStyle/>
                    <a:p>
                      <a:pPr>
                        <a:buNone/>
                      </a:pPr>
                      <a:r>
                        <a:rPr lang="en-IN" dirty="0"/>
                        <a:t>Single Agent</a:t>
                      </a:r>
                    </a:p>
                  </a:txBody>
                  <a:tcPr anchor="ctr">
                    <a:lnL>
                      <a:noFill/>
                    </a:lnL>
                    <a:lnR>
                      <a:noFill/>
                    </a:lnR>
                    <a:lnT>
                      <a:noFill/>
                    </a:lnT>
                    <a:lnB>
                      <a:noFill/>
                    </a:lnB>
                    <a:noFill/>
                  </a:tcPr>
                </a:tc>
                <a:tc>
                  <a:txBody>
                    <a:bodyPr/>
                    <a:lstStyle/>
                    <a:p>
                      <a:pPr>
                        <a:buNone/>
                      </a:pPr>
                      <a:r>
                        <a:rPr lang="en-IN"/>
                        <a:t>Multi-Agent</a:t>
                      </a:r>
                    </a:p>
                  </a:txBody>
                  <a:tcPr anchor="ctr">
                    <a:lnL>
                      <a:noFill/>
                    </a:lnL>
                    <a:lnR>
                      <a:noFill/>
                    </a:lnR>
                    <a:lnT>
                      <a:noFill/>
                    </a:lnT>
                    <a:lnB>
                      <a:noFill/>
                    </a:lnB>
                    <a:noFill/>
                  </a:tcPr>
                </a:tc>
                <a:tc>
                  <a:txBody>
                    <a:bodyPr/>
                    <a:lstStyle/>
                    <a:p>
                      <a:pPr>
                        <a:buNone/>
                      </a:pPr>
                      <a:r>
                        <a:rPr lang="en-IN"/>
                        <a:t>Workflow</a:t>
                      </a:r>
                    </a:p>
                  </a:txBody>
                  <a:tcPr anchor="ctr">
                    <a:lnL>
                      <a:noFill/>
                    </a:lnL>
                    <a:lnR>
                      <a:noFill/>
                    </a:lnR>
                    <a:lnT>
                      <a:noFill/>
                    </a:lnT>
                    <a:lnB>
                      <a:noFill/>
                    </a:lnB>
                    <a:noFill/>
                  </a:tcPr>
                </a:tc>
                <a:extLst>
                  <a:ext uri="{0D108BD9-81ED-4DB2-BD59-A6C34878D82A}">
                    <a16:rowId xmlns:a16="http://schemas.microsoft.com/office/drawing/2014/main" val="2835782555"/>
                  </a:ext>
                </a:extLst>
              </a:tr>
              <a:tr h="0">
                <a:tc>
                  <a:txBody>
                    <a:bodyPr/>
                    <a:lstStyle/>
                    <a:p>
                      <a:pPr>
                        <a:buNone/>
                      </a:pPr>
                      <a:r>
                        <a:rPr lang="en-IN" dirty="0"/>
                        <a:t>Autonomy</a:t>
                      </a:r>
                    </a:p>
                  </a:txBody>
                  <a:tcPr anchor="ctr">
                    <a:lnL>
                      <a:noFill/>
                    </a:lnL>
                    <a:lnR>
                      <a:noFill/>
                    </a:lnR>
                    <a:lnT>
                      <a:noFill/>
                    </a:lnT>
                    <a:lnB>
                      <a:noFill/>
                    </a:lnB>
                    <a:noFill/>
                  </a:tcPr>
                </a:tc>
                <a:tc>
                  <a:txBody>
                    <a:bodyPr/>
                    <a:lstStyle/>
                    <a:p>
                      <a:pPr>
                        <a:buNone/>
                      </a:pPr>
                      <a:r>
                        <a:rPr lang="en-IN"/>
                        <a:t>High</a:t>
                      </a:r>
                    </a:p>
                  </a:txBody>
                  <a:tcPr anchor="ctr">
                    <a:lnL>
                      <a:noFill/>
                    </a:lnL>
                    <a:lnR>
                      <a:noFill/>
                    </a:lnR>
                    <a:lnT>
                      <a:noFill/>
                    </a:lnT>
                    <a:lnB>
                      <a:noFill/>
                    </a:lnB>
                    <a:noFill/>
                  </a:tcPr>
                </a:tc>
                <a:tc>
                  <a:txBody>
                    <a:bodyPr/>
                    <a:lstStyle/>
                    <a:p>
                      <a:pPr>
                        <a:buNone/>
                      </a:pPr>
                      <a:r>
                        <a:rPr lang="en-IN"/>
                        <a:t>Distributed</a:t>
                      </a:r>
                    </a:p>
                  </a:txBody>
                  <a:tcPr anchor="ctr">
                    <a:lnL>
                      <a:noFill/>
                    </a:lnL>
                    <a:lnR>
                      <a:noFill/>
                    </a:lnR>
                    <a:lnT>
                      <a:noFill/>
                    </a:lnT>
                    <a:lnB>
                      <a:noFill/>
                    </a:lnB>
                    <a:noFill/>
                  </a:tcPr>
                </a:tc>
                <a:tc>
                  <a:txBody>
                    <a:bodyPr/>
                    <a:lstStyle/>
                    <a:p>
                      <a:pPr>
                        <a:buNone/>
                      </a:pPr>
                      <a:r>
                        <a:rPr lang="en-IN"/>
                        <a:t>Controlled</a:t>
                      </a:r>
                    </a:p>
                  </a:txBody>
                  <a:tcPr anchor="ctr">
                    <a:lnL>
                      <a:noFill/>
                    </a:lnL>
                    <a:lnR>
                      <a:noFill/>
                    </a:lnR>
                    <a:lnT>
                      <a:noFill/>
                    </a:lnT>
                    <a:lnB>
                      <a:noFill/>
                    </a:lnB>
                    <a:noFill/>
                  </a:tcPr>
                </a:tc>
                <a:extLst>
                  <a:ext uri="{0D108BD9-81ED-4DB2-BD59-A6C34878D82A}">
                    <a16:rowId xmlns:a16="http://schemas.microsoft.com/office/drawing/2014/main" val="1946957956"/>
                  </a:ext>
                </a:extLst>
              </a:tr>
              <a:tr h="0">
                <a:tc>
                  <a:txBody>
                    <a:bodyPr/>
                    <a:lstStyle/>
                    <a:p>
                      <a:pPr>
                        <a:buNone/>
                      </a:pPr>
                      <a:r>
                        <a:rPr lang="en-IN"/>
                        <a:t>Flexibility</a:t>
                      </a:r>
                    </a:p>
                  </a:txBody>
                  <a:tcPr anchor="ctr">
                    <a:lnL>
                      <a:noFill/>
                    </a:lnL>
                    <a:lnR>
                      <a:noFill/>
                    </a:lnR>
                    <a:lnT>
                      <a:noFill/>
                    </a:lnT>
                    <a:lnB>
                      <a:noFill/>
                    </a:lnB>
                    <a:noFill/>
                  </a:tcPr>
                </a:tc>
                <a:tc>
                  <a:txBody>
                    <a:bodyPr/>
                    <a:lstStyle/>
                    <a:p>
                      <a:pPr>
                        <a:buNone/>
                      </a:pPr>
                      <a:r>
                        <a:rPr lang="en-IN"/>
                        <a:t>Medium</a:t>
                      </a:r>
                    </a:p>
                  </a:txBody>
                  <a:tcPr anchor="ctr">
                    <a:lnL>
                      <a:noFill/>
                    </a:lnL>
                    <a:lnR>
                      <a:noFill/>
                    </a:lnR>
                    <a:lnT>
                      <a:noFill/>
                    </a:lnT>
                    <a:lnB>
                      <a:noFill/>
                    </a:lnB>
                    <a:noFill/>
                  </a:tcPr>
                </a:tc>
                <a:tc>
                  <a:txBody>
                    <a:bodyPr/>
                    <a:lstStyle/>
                    <a:p>
                      <a:pPr>
                        <a:buNone/>
                      </a:pPr>
                      <a:r>
                        <a:rPr lang="en-IN"/>
                        <a:t>High</a:t>
                      </a:r>
                    </a:p>
                  </a:txBody>
                  <a:tcPr anchor="ctr">
                    <a:lnL>
                      <a:noFill/>
                    </a:lnL>
                    <a:lnR>
                      <a:noFill/>
                    </a:lnR>
                    <a:lnT>
                      <a:noFill/>
                    </a:lnT>
                    <a:lnB>
                      <a:noFill/>
                    </a:lnB>
                    <a:noFill/>
                  </a:tcPr>
                </a:tc>
                <a:tc>
                  <a:txBody>
                    <a:bodyPr/>
                    <a:lstStyle/>
                    <a:p>
                      <a:pPr>
                        <a:buNone/>
                      </a:pPr>
                      <a:r>
                        <a:rPr lang="en-IN"/>
                        <a:t>Medium</a:t>
                      </a:r>
                    </a:p>
                  </a:txBody>
                  <a:tcPr anchor="ctr">
                    <a:lnL>
                      <a:noFill/>
                    </a:lnL>
                    <a:lnR>
                      <a:noFill/>
                    </a:lnR>
                    <a:lnT>
                      <a:noFill/>
                    </a:lnT>
                    <a:lnB>
                      <a:noFill/>
                    </a:lnB>
                    <a:noFill/>
                  </a:tcPr>
                </a:tc>
                <a:extLst>
                  <a:ext uri="{0D108BD9-81ED-4DB2-BD59-A6C34878D82A}">
                    <a16:rowId xmlns:a16="http://schemas.microsoft.com/office/drawing/2014/main" val="3242143302"/>
                  </a:ext>
                </a:extLst>
              </a:tr>
              <a:tr h="0">
                <a:tc>
                  <a:txBody>
                    <a:bodyPr/>
                    <a:lstStyle/>
                    <a:p>
                      <a:pPr>
                        <a:buNone/>
                      </a:pPr>
                      <a:r>
                        <a:rPr lang="en-IN"/>
                        <a:t>Scalability</a:t>
                      </a:r>
                    </a:p>
                  </a:txBody>
                  <a:tcPr anchor="ctr">
                    <a:lnL>
                      <a:noFill/>
                    </a:lnL>
                    <a:lnR>
                      <a:noFill/>
                    </a:lnR>
                    <a:lnT>
                      <a:noFill/>
                    </a:lnT>
                    <a:lnB>
                      <a:noFill/>
                    </a:lnB>
                    <a:noFill/>
                  </a:tcPr>
                </a:tc>
                <a:tc>
                  <a:txBody>
                    <a:bodyPr/>
                    <a:lstStyle/>
                    <a:p>
                      <a:pPr>
                        <a:buNone/>
                      </a:pPr>
                      <a:r>
                        <a:rPr lang="en-IN"/>
                        <a:t>Low</a:t>
                      </a:r>
                    </a:p>
                  </a:txBody>
                  <a:tcPr anchor="ctr">
                    <a:lnL>
                      <a:noFill/>
                    </a:lnL>
                    <a:lnR>
                      <a:noFill/>
                    </a:lnR>
                    <a:lnT>
                      <a:noFill/>
                    </a:lnT>
                    <a:lnB>
                      <a:noFill/>
                    </a:lnB>
                    <a:noFill/>
                  </a:tcPr>
                </a:tc>
                <a:tc>
                  <a:txBody>
                    <a:bodyPr/>
                    <a:lstStyle/>
                    <a:p>
                      <a:pPr>
                        <a:buNone/>
                      </a:pPr>
                      <a:r>
                        <a:rPr lang="en-IN"/>
                        <a:t>High</a:t>
                      </a:r>
                    </a:p>
                  </a:txBody>
                  <a:tcPr anchor="ctr">
                    <a:lnL>
                      <a:noFill/>
                    </a:lnL>
                    <a:lnR>
                      <a:noFill/>
                    </a:lnR>
                    <a:lnT>
                      <a:noFill/>
                    </a:lnT>
                    <a:lnB>
                      <a:noFill/>
                    </a:lnB>
                    <a:noFill/>
                  </a:tcPr>
                </a:tc>
                <a:tc>
                  <a:txBody>
                    <a:bodyPr/>
                    <a:lstStyle/>
                    <a:p>
                      <a:pPr>
                        <a:buNone/>
                      </a:pPr>
                      <a:r>
                        <a:rPr lang="en-IN"/>
                        <a:t>High</a:t>
                      </a:r>
                    </a:p>
                  </a:txBody>
                  <a:tcPr anchor="ctr">
                    <a:lnL>
                      <a:noFill/>
                    </a:lnL>
                    <a:lnR>
                      <a:noFill/>
                    </a:lnR>
                    <a:lnT>
                      <a:noFill/>
                    </a:lnT>
                    <a:lnB>
                      <a:noFill/>
                    </a:lnB>
                    <a:noFill/>
                  </a:tcPr>
                </a:tc>
                <a:extLst>
                  <a:ext uri="{0D108BD9-81ED-4DB2-BD59-A6C34878D82A}">
                    <a16:rowId xmlns:a16="http://schemas.microsoft.com/office/drawing/2014/main" val="1818162906"/>
                  </a:ext>
                </a:extLst>
              </a:tr>
              <a:tr h="0">
                <a:tc>
                  <a:txBody>
                    <a:bodyPr/>
                    <a:lstStyle/>
                    <a:p>
                      <a:pPr>
                        <a:buNone/>
                      </a:pPr>
                      <a:r>
                        <a:rPr lang="en-IN"/>
                        <a:t>Complexity</a:t>
                      </a:r>
                    </a:p>
                  </a:txBody>
                  <a:tcPr anchor="ctr">
                    <a:lnL>
                      <a:noFill/>
                    </a:lnL>
                    <a:lnR>
                      <a:noFill/>
                    </a:lnR>
                    <a:lnT>
                      <a:noFill/>
                    </a:lnT>
                    <a:lnB>
                      <a:noFill/>
                    </a:lnB>
                    <a:noFill/>
                  </a:tcPr>
                </a:tc>
                <a:tc>
                  <a:txBody>
                    <a:bodyPr/>
                    <a:lstStyle/>
                    <a:p>
                      <a:pPr>
                        <a:buNone/>
                      </a:pPr>
                      <a:r>
                        <a:rPr lang="en-IN"/>
                        <a:t>Low</a:t>
                      </a:r>
                    </a:p>
                  </a:txBody>
                  <a:tcPr anchor="ctr">
                    <a:lnL>
                      <a:noFill/>
                    </a:lnL>
                    <a:lnR>
                      <a:noFill/>
                    </a:lnR>
                    <a:lnT>
                      <a:noFill/>
                    </a:lnT>
                    <a:lnB>
                      <a:noFill/>
                    </a:lnB>
                    <a:noFill/>
                  </a:tcPr>
                </a:tc>
                <a:tc>
                  <a:txBody>
                    <a:bodyPr/>
                    <a:lstStyle/>
                    <a:p>
                      <a:pPr>
                        <a:buNone/>
                      </a:pPr>
                      <a:r>
                        <a:rPr lang="en-IN"/>
                        <a:t>High</a:t>
                      </a:r>
                    </a:p>
                  </a:txBody>
                  <a:tcPr anchor="ctr">
                    <a:lnL>
                      <a:noFill/>
                    </a:lnL>
                    <a:lnR>
                      <a:noFill/>
                    </a:lnR>
                    <a:lnT>
                      <a:noFill/>
                    </a:lnT>
                    <a:lnB>
                      <a:noFill/>
                    </a:lnB>
                    <a:noFill/>
                  </a:tcPr>
                </a:tc>
                <a:tc>
                  <a:txBody>
                    <a:bodyPr/>
                    <a:lstStyle/>
                    <a:p>
                      <a:pPr>
                        <a:buNone/>
                      </a:pPr>
                      <a:r>
                        <a:rPr lang="en-IN"/>
                        <a:t>Medium</a:t>
                      </a:r>
                    </a:p>
                  </a:txBody>
                  <a:tcPr anchor="ctr">
                    <a:lnL>
                      <a:noFill/>
                    </a:lnL>
                    <a:lnR>
                      <a:noFill/>
                    </a:lnR>
                    <a:lnT>
                      <a:noFill/>
                    </a:lnT>
                    <a:lnB>
                      <a:noFill/>
                    </a:lnB>
                    <a:noFill/>
                  </a:tcPr>
                </a:tc>
                <a:extLst>
                  <a:ext uri="{0D108BD9-81ED-4DB2-BD59-A6C34878D82A}">
                    <a16:rowId xmlns:a16="http://schemas.microsoft.com/office/drawing/2014/main" val="2976248770"/>
                  </a:ext>
                </a:extLst>
              </a:tr>
              <a:tr h="0">
                <a:tc>
                  <a:txBody>
                    <a:bodyPr/>
                    <a:lstStyle/>
                    <a:p>
                      <a:pPr>
                        <a:buNone/>
                      </a:pPr>
                      <a:r>
                        <a:rPr lang="en-IN"/>
                        <a:t>Production Readiness</a:t>
                      </a:r>
                    </a:p>
                  </a:txBody>
                  <a:tcPr anchor="ctr">
                    <a:lnL>
                      <a:noFill/>
                    </a:lnL>
                    <a:lnR>
                      <a:noFill/>
                    </a:lnR>
                    <a:lnT>
                      <a:noFill/>
                    </a:lnT>
                    <a:lnB>
                      <a:noFill/>
                    </a:lnB>
                    <a:noFill/>
                  </a:tcPr>
                </a:tc>
                <a:tc>
                  <a:txBody>
                    <a:bodyPr/>
                    <a:lstStyle/>
                    <a:p>
                      <a:pPr>
                        <a:buNone/>
                      </a:pPr>
                      <a:r>
                        <a:rPr lang="en-IN" dirty="0"/>
                        <a:t>Low</a:t>
                      </a:r>
                    </a:p>
                  </a:txBody>
                  <a:tcPr anchor="ctr">
                    <a:lnL>
                      <a:noFill/>
                    </a:lnL>
                    <a:lnR>
                      <a:noFill/>
                    </a:lnR>
                    <a:lnT>
                      <a:noFill/>
                    </a:lnT>
                    <a:lnB>
                      <a:noFill/>
                    </a:lnB>
                    <a:noFill/>
                  </a:tcPr>
                </a:tc>
                <a:tc>
                  <a:txBody>
                    <a:bodyPr/>
                    <a:lstStyle/>
                    <a:p>
                      <a:pPr>
                        <a:buNone/>
                      </a:pPr>
                      <a:r>
                        <a:rPr lang="en-IN"/>
                        <a:t>Medium</a:t>
                      </a:r>
                    </a:p>
                  </a:txBody>
                  <a:tcPr anchor="ctr">
                    <a:lnL>
                      <a:noFill/>
                    </a:lnL>
                    <a:lnR>
                      <a:noFill/>
                    </a:lnR>
                    <a:lnT>
                      <a:noFill/>
                    </a:lnT>
                    <a:lnB>
                      <a:noFill/>
                    </a:lnB>
                    <a:noFill/>
                  </a:tcPr>
                </a:tc>
                <a:tc>
                  <a:txBody>
                    <a:bodyPr/>
                    <a:lstStyle/>
                    <a:p>
                      <a:pPr>
                        <a:buNone/>
                      </a:pPr>
                      <a:r>
                        <a:rPr lang="en-IN"/>
                        <a:t>High</a:t>
                      </a:r>
                    </a:p>
                  </a:txBody>
                  <a:tcPr anchor="ctr">
                    <a:lnL>
                      <a:noFill/>
                    </a:lnL>
                    <a:lnR>
                      <a:noFill/>
                    </a:lnR>
                    <a:lnT>
                      <a:noFill/>
                    </a:lnT>
                    <a:lnB>
                      <a:noFill/>
                    </a:lnB>
                    <a:noFill/>
                  </a:tcPr>
                </a:tc>
                <a:extLst>
                  <a:ext uri="{0D108BD9-81ED-4DB2-BD59-A6C34878D82A}">
                    <a16:rowId xmlns:a16="http://schemas.microsoft.com/office/drawing/2014/main" val="996899684"/>
                  </a:ext>
                </a:extLst>
              </a:tr>
              <a:tr h="0">
                <a:tc>
                  <a:txBody>
                    <a:bodyPr/>
                    <a:lstStyle/>
                    <a:p>
                      <a:pPr>
                        <a:buNone/>
                      </a:pPr>
                      <a:r>
                        <a:rPr lang="en-IN"/>
                        <a:t>Best Framework</a:t>
                      </a:r>
                    </a:p>
                  </a:txBody>
                  <a:tcPr anchor="ctr">
                    <a:lnL>
                      <a:noFill/>
                    </a:lnL>
                    <a:lnR>
                      <a:noFill/>
                    </a:lnR>
                    <a:lnT>
                      <a:noFill/>
                    </a:lnT>
                    <a:lnB>
                      <a:noFill/>
                    </a:lnB>
                    <a:noFill/>
                  </a:tcPr>
                </a:tc>
                <a:tc>
                  <a:txBody>
                    <a:bodyPr/>
                    <a:lstStyle/>
                    <a:p>
                      <a:pPr>
                        <a:buNone/>
                      </a:pPr>
                      <a:r>
                        <a:rPr lang="en-IN" dirty="0" err="1"/>
                        <a:t>LangChain</a:t>
                      </a:r>
                      <a:endParaRPr lang="en-IN" dirty="0"/>
                    </a:p>
                  </a:txBody>
                  <a:tcPr anchor="ctr">
                    <a:lnL>
                      <a:noFill/>
                    </a:lnL>
                    <a:lnR>
                      <a:noFill/>
                    </a:lnR>
                    <a:lnT>
                      <a:noFill/>
                    </a:lnT>
                    <a:lnB>
                      <a:noFill/>
                    </a:lnB>
                    <a:noFill/>
                  </a:tcPr>
                </a:tc>
                <a:tc>
                  <a:txBody>
                    <a:bodyPr/>
                    <a:lstStyle/>
                    <a:p>
                      <a:pPr>
                        <a:buNone/>
                      </a:pPr>
                      <a:r>
                        <a:rPr lang="en-IN"/>
                        <a:t>LangGraph / CrewAI</a:t>
                      </a:r>
                    </a:p>
                  </a:txBody>
                  <a:tcPr anchor="ctr">
                    <a:lnL>
                      <a:noFill/>
                    </a:lnL>
                    <a:lnR>
                      <a:noFill/>
                    </a:lnR>
                    <a:lnT>
                      <a:noFill/>
                    </a:lnT>
                    <a:lnB>
                      <a:noFill/>
                    </a:lnB>
                    <a:noFill/>
                  </a:tcPr>
                </a:tc>
                <a:tc>
                  <a:txBody>
                    <a:bodyPr/>
                    <a:lstStyle/>
                    <a:p>
                      <a:pPr>
                        <a:buNone/>
                      </a:pPr>
                      <a:r>
                        <a:rPr lang="en-IN" dirty="0" err="1"/>
                        <a:t>LangGraph</a:t>
                      </a:r>
                      <a:endParaRPr lang="en-IN" dirty="0"/>
                    </a:p>
                  </a:txBody>
                  <a:tcPr anchor="ctr">
                    <a:lnL>
                      <a:noFill/>
                    </a:lnL>
                    <a:lnR>
                      <a:noFill/>
                    </a:lnR>
                    <a:lnT>
                      <a:noFill/>
                    </a:lnT>
                    <a:lnB>
                      <a:noFill/>
                    </a:lnB>
                    <a:noFill/>
                  </a:tcPr>
                </a:tc>
                <a:extLst>
                  <a:ext uri="{0D108BD9-81ED-4DB2-BD59-A6C34878D82A}">
                    <a16:rowId xmlns:a16="http://schemas.microsoft.com/office/drawing/2014/main" val="3985679436"/>
                  </a:ext>
                </a:extLst>
              </a:tr>
            </a:tbl>
          </a:graphicData>
        </a:graphic>
      </p:graphicFrame>
    </p:spTree>
    <p:extLst>
      <p:ext uri="{BB962C8B-B14F-4D97-AF65-F5344CB8AC3E}">
        <p14:creationId xmlns:p14="http://schemas.microsoft.com/office/powerpoint/2010/main" val="1108597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C215B76-EED3-9FA7-FF1A-19882CD295F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D22AA13-2F7B-19D1-40E2-047ACFDFEF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5B92598-095B-D743-FEC6-E516676AF6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FF5F941D-F049-DFE1-9751-985BBBF9AD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A3B51019-9122-7D1C-AF20-7E90054B4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836EB724-6AFE-905D-41E7-60E7BFA8CF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AC59304-5EFA-F77E-DE75-85515DA476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269BD51-5E97-6B05-B163-F5419AD08C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F73BDF41-FA7C-350F-B7CF-BAE8266DFD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37C5B533-BC4D-4775-67E1-1C22F44B2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32C2EE88-4D62-C4E2-DF69-AC6BA1B1CD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5D6BA06D-2262-782F-8388-83505E5418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527E0B84-BA4B-CDDE-8039-CD87D4F9D3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 name="Title 4">
            <a:extLst>
              <a:ext uri="{FF2B5EF4-FFF2-40B4-BE49-F238E27FC236}">
                <a16:creationId xmlns:a16="http://schemas.microsoft.com/office/drawing/2014/main" id="{E363CB25-F600-0AEC-4EFF-9E36CD83531F}"/>
              </a:ext>
            </a:extLst>
          </p:cNvPr>
          <p:cNvSpPr>
            <a:spLocks noGrp="1"/>
          </p:cNvSpPr>
          <p:nvPr>
            <p:ph type="title"/>
          </p:nvPr>
        </p:nvSpPr>
        <p:spPr>
          <a:xfrm>
            <a:off x="838200" y="365125"/>
            <a:ext cx="10515600" cy="1325563"/>
          </a:xfrm>
        </p:spPr>
        <p:txBody>
          <a:bodyPr>
            <a:normAutofit/>
          </a:bodyPr>
          <a:lstStyle/>
          <a:p>
            <a:r>
              <a:rPr lang="en-IN" sz="3200" dirty="0"/>
              <a:t>Demo: Fusion HCM Agent - </a:t>
            </a:r>
            <a:r>
              <a:rPr lang="en-IN" sz="3200" dirty="0" err="1"/>
              <a:t>LangGraph</a:t>
            </a:r>
            <a:endParaRPr lang="en-US" sz="3200" dirty="0"/>
          </a:p>
        </p:txBody>
      </p:sp>
      <p:sp>
        <p:nvSpPr>
          <p:cNvPr id="23" name="Rectangle 6">
            <a:extLst>
              <a:ext uri="{FF2B5EF4-FFF2-40B4-BE49-F238E27FC236}">
                <a16:creationId xmlns:a16="http://schemas.microsoft.com/office/drawing/2014/main" id="{64415779-4BE8-C647-C07A-B1C122C3CF35}"/>
              </a:ext>
            </a:extLst>
          </p:cNvPr>
          <p:cNvSpPr>
            <a:spLocks noChangeArrowheads="1"/>
          </p:cNvSpPr>
          <p:nvPr/>
        </p:nvSpPr>
        <p:spPr bwMode="auto">
          <a:xfrm>
            <a:off x="838200" y="1904464"/>
            <a:ext cx="7948961" cy="2369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indent="-285750" eaLnBrk="0" fontAlgn="base" hangingPunct="0">
              <a:spcBef>
                <a:spcPct val="0"/>
              </a:spcBef>
              <a:spcAft>
                <a:spcPct val="0"/>
              </a:spcAft>
              <a:buFont typeface="Arial" panose="020B0604020202020204" pitchFamily="34" charset="0"/>
              <a:buChar char="•"/>
            </a:pPr>
            <a:r>
              <a:rPr lang="en-US" altLang="en-US" sz="1600" dirty="0" err="1"/>
              <a:t>fusion_hcm_agent</a:t>
            </a:r>
            <a:r>
              <a:rPr lang="en-US" altLang="en-US" sz="1600" dirty="0"/>
              <a:t>/</a:t>
            </a:r>
          </a:p>
          <a:p>
            <a:pPr marL="285750" indent="-285750" eaLnBrk="0" fontAlgn="base" hangingPunct="0">
              <a:spcBef>
                <a:spcPct val="0"/>
              </a:spcBef>
              <a:spcAft>
                <a:spcPct val="0"/>
              </a:spcAft>
              <a:buFont typeface="Arial" panose="020B0604020202020204" pitchFamily="34" charset="0"/>
              <a:buChar char="•"/>
            </a:pPr>
            <a:r>
              <a:rPr lang="en-US" altLang="en-US" sz="1600" dirty="0"/>
              <a:t>├── </a:t>
            </a:r>
            <a:r>
              <a:rPr lang="en-US" altLang="en-US" sz="1600" dirty="0" err="1"/>
              <a:t>state.py</a:t>
            </a:r>
            <a:r>
              <a:rPr lang="en-US" altLang="en-US" sz="1600" dirty="0"/>
              <a:t>          	← The shared state (most important!)</a:t>
            </a:r>
          </a:p>
          <a:p>
            <a:pPr marL="285750" indent="-285750" eaLnBrk="0" fontAlgn="base" hangingPunct="0">
              <a:spcBef>
                <a:spcPct val="0"/>
              </a:spcBef>
              <a:spcAft>
                <a:spcPct val="0"/>
              </a:spcAft>
              <a:buFont typeface="Arial" panose="020B0604020202020204" pitchFamily="34" charset="0"/>
              <a:buChar char="•"/>
            </a:pPr>
            <a:r>
              <a:rPr lang="en-US" altLang="en-US" sz="1600" dirty="0"/>
              <a:t>├── </a:t>
            </a:r>
            <a:r>
              <a:rPr lang="en-US" altLang="en-US" sz="1600" dirty="0" err="1"/>
              <a:t>supervisor.py</a:t>
            </a:r>
            <a:r>
              <a:rPr lang="en-US" altLang="en-US" sz="1600" dirty="0"/>
              <a:t>     	← The "brain" that decides what to do</a:t>
            </a:r>
          </a:p>
          <a:p>
            <a:pPr marL="285750" indent="-285750" eaLnBrk="0" fontAlgn="base" hangingPunct="0">
              <a:spcBef>
                <a:spcPct val="0"/>
              </a:spcBef>
              <a:spcAft>
                <a:spcPct val="0"/>
              </a:spcAft>
              <a:buFont typeface="Arial" panose="020B0604020202020204" pitchFamily="34" charset="0"/>
              <a:buChar char="•"/>
            </a:pPr>
            <a:r>
              <a:rPr lang="en-US" altLang="en-US" sz="1600" dirty="0"/>
              <a:t>├── </a:t>
            </a:r>
            <a:r>
              <a:rPr lang="en-US" altLang="en-US" sz="1600" dirty="0" err="1"/>
              <a:t>agents.py</a:t>
            </a:r>
            <a:r>
              <a:rPr lang="en-US" altLang="en-US" sz="1600" dirty="0"/>
              <a:t>         	← Three simple worker agents</a:t>
            </a:r>
          </a:p>
          <a:p>
            <a:pPr marL="285750" indent="-285750" eaLnBrk="0" fontAlgn="base" hangingPunct="0">
              <a:spcBef>
                <a:spcPct val="0"/>
              </a:spcBef>
              <a:spcAft>
                <a:spcPct val="0"/>
              </a:spcAft>
              <a:buFont typeface="Arial" panose="020B0604020202020204" pitchFamily="34" charset="0"/>
              <a:buChar char="•"/>
            </a:pPr>
            <a:r>
              <a:rPr lang="en-US" altLang="en-US" sz="1600" dirty="0"/>
              <a:t>├── </a:t>
            </a:r>
            <a:r>
              <a:rPr lang="en-US" altLang="en-US" sz="1600" dirty="0" err="1"/>
              <a:t>workflow.py</a:t>
            </a:r>
            <a:r>
              <a:rPr lang="en-US" altLang="en-US" sz="1600" dirty="0"/>
              <a:t>       	← Connects everything with </a:t>
            </a:r>
            <a:r>
              <a:rPr lang="en-US" altLang="en-US" sz="1600" dirty="0" err="1"/>
              <a:t>LangGraph</a:t>
            </a:r>
            <a:endParaRPr lang="en-US" altLang="en-US" sz="1600" dirty="0"/>
          </a:p>
          <a:p>
            <a:pPr marL="285750" indent="-285750" eaLnBrk="0" fontAlgn="base" hangingPunct="0">
              <a:spcBef>
                <a:spcPct val="0"/>
              </a:spcBef>
              <a:spcAft>
                <a:spcPct val="0"/>
              </a:spcAft>
              <a:buFont typeface="Arial" panose="020B0604020202020204" pitchFamily="34" charset="0"/>
              <a:buChar char="•"/>
            </a:pPr>
            <a:r>
              <a:rPr lang="en-US" altLang="en-US" sz="1600" dirty="0"/>
              <a:t>├── </a:t>
            </a:r>
            <a:r>
              <a:rPr lang="en-US" altLang="en-US" sz="1600" dirty="0" err="1"/>
              <a:t>main.py</a:t>
            </a:r>
            <a:r>
              <a:rPr lang="en-US" altLang="en-US" sz="1600" dirty="0"/>
              <a:t>           	← Run this to try it out!</a:t>
            </a:r>
          </a:p>
          <a:p>
            <a:pPr marL="285750" indent="-285750" eaLnBrk="0" fontAlgn="base" hangingPunct="0">
              <a:spcBef>
                <a:spcPct val="0"/>
              </a:spcBef>
              <a:spcAft>
                <a:spcPct val="0"/>
              </a:spcAft>
              <a:buFont typeface="Arial" panose="020B0604020202020204" pitchFamily="34" charset="0"/>
              <a:buChar char="•"/>
            </a:pPr>
            <a:r>
              <a:rPr lang="en-US" altLang="en-US" sz="1600" dirty="0"/>
              <a:t>└── </a:t>
            </a:r>
            <a:r>
              <a:rPr lang="en-US" altLang="en-US" sz="1600" dirty="0" err="1"/>
              <a:t>requirements.txt</a:t>
            </a:r>
            <a:r>
              <a:rPr lang="en-US" altLang="en-US" sz="1600" dirty="0"/>
              <a:t>  	← Dependencies</a:t>
            </a:r>
          </a:p>
          <a:p>
            <a:pPr marL="285750" indent="-285750" eaLnBrk="0" fontAlgn="base" hangingPunct="0">
              <a:spcBef>
                <a:spcPct val="0"/>
              </a:spcBef>
              <a:spcAft>
                <a:spcPct val="0"/>
              </a:spcAft>
              <a:buFont typeface="Arial" panose="020B0604020202020204" pitchFamily="34" charset="0"/>
              <a:buChar char="•"/>
            </a:pPr>
            <a:endParaRPr lang="en-US" altLang="en-US" dirty="0">
              <a:latin typeface="Arial" panose="020B0604020202020204" pitchFamily="34" charset="0"/>
            </a:endParaRPr>
          </a:p>
        </p:txBody>
      </p:sp>
    </p:spTree>
    <p:extLst>
      <p:ext uri="{BB962C8B-B14F-4D97-AF65-F5344CB8AC3E}">
        <p14:creationId xmlns:p14="http://schemas.microsoft.com/office/powerpoint/2010/main" val="3257645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5D693C-2D38-7F0F-0AD5-6C906F58949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DA33FB0-7E8C-C814-A2EC-85A4139A48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9457122-51F7-022A-F606-706B7F807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E4DB6E07-3F61-FC5D-F89F-C25CE2140EB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42367378-6BAE-74D6-120C-BC75A7A087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DC3DAE08-0106-AE46-99B3-66823C19FA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BD65E734-9807-28C2-7C51-B4A958C6B5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6C24599-A61C-608C-3CCB-166B9095DD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A9CD51C9-DC50-37FB-9AF4-B64C0EE78D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AD1761A2-4165-7477-31F4-93A04CF7B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4203BE-F941-B54C-037A-86871BF5B2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C75B425C-4703-DA0B-4846-FEC1D4055E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34F0EA48-D5B5-9187-D23B-CDF14F7E8F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 name="Title 4">
            <a:extLst>
              <a:ext uri="{FF2B5EF4-FFF2-40B4-BE49-F238E27FC236}">
                <a16:creationId xmlns:a16="http://schemas.microsoft.com/office/drawing/2014/main" id="{BD909382-7C61-5B7B-1A88-01C64C98DD56}"/>
              </a:ext>
            </a:extLst>
          </p:cNvPr>
          <p:cNvSpPr>
            <a:spLocks noGrp="1"/>
          </p:cNvSpPr>
          <p:nvPr>
            <p:ph type="title"/>
          </p:nvPr>
        </p:nvSpPr>
        <p:spPr>
          <a:xfrm>
            <a:off x="838200" y="365125"/>
            <a:ext cx="10515600" cy="1325563"/>
          </a:xfrm>
        </p:spPr>
        <p:txBody>
          <a:bodyPr>
            <a:normAutofit/>
          </a:bodyPr>
          <a:lstStyle/>
          <a:p>
            <a:r>
              <a:rPr lang="en-IN" sz="3200" dirty="0"/>
              <a:t>Agent Evaluation &amp; Optimization</a:t>
            </a:r>
            <a:endParaRPr lang="en-US" sz="3200" dirty="0"/>
          </a:p>
        </p:txBody>
      </p:sp>
      <p:sp>
        <p:nvSpPr>
          <p:cNvPr id="23" name="Rectangle 6">
            <a:extLst>
              <a:ext uri="{FF2B5EF4-FFF2-40B4-BE49-F238E27FC236}">
                <a16:creationId xmlns:a16="http://schemas.microsoft.com/office/drawing/2014/main" id="{DB62A6D2-533C-65B1-0300-DC4B1104614E}"/>
              </a:ext>
            </a:extLst>
          </p:cNvPr>
          <p:cNvSpPr>
            <a:spLocks noChangeArrowheads="1"/>
          </p:cNvSpPr>
          <p:nvPr/>
        </p:nvSpPr>
        <p:spPr bwMode="auto">
          <a:xfrm>
            <a:off x="838200" y="1761107"/>
            <a:ext cx="3544229" cy="3893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500" b="0" i="0" u="none" strike="noStrike" cap="none" normalizeH="0" baseline="0" dirty="0">
              <a:ln>
                <a:noFill/>
              </a:ln>
              <a:solidFill>
                <a:schemeClr val="tx1"/>
              </a:solidFill>
              <a:effectLst/>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lang="en-IN" sz="1600" b="1" dirty="0">
                <a:latin typeface="Arial" panose="020B0604020202020204" pitchFamily="34" charset="0"/>
              </a:rPr>
              <a:t>Evaluating Agentic Systems</a:t>
            </a:r>
          </a:p>
          <a:p>
            <a:pPr marL="285750" lvl="0" indent="-285750" eaLnBrk="0" fontAlgn="base" hangingPunct="0">
              <a:spcBef>
                <a:spcPct val="0"/>
              </a:spcBef>
              <a:spcAft>
                <a:spcPct val="0"/>
              </a:spcAft>
              <a:buFont typeface="Arial" panose="020B0604020202020204" pitchFamily="34" charset="0"/>
              <a:buChar char="•"/>
            </a:pPr>
            <a:endParaRPr lang="en-US" altLang="en-US" sz="1600" b="1"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lang="en-US" altLang="en-US" sz="1500" dirty="0">
                <a:latin typeface="Arial" panose="020B0604020202020204" pitchFamily="34" charset="0"/>
              </a:rPr>
              <a:t>Accuracy</a:t>
            </a:r>
          </a:p>
          <a:p>
            <a:pPr marL="742950" lvl="1" indent="-285750" eaLnBrk="0" fontAlgn="base" hangingPunct="0">
              <a:spcBef>
                <a:spcPct val="0"/>
              </a:spcBef>
              <a:spcAft>
                <a:spcPct val="0"/>
              </a:spcAft>
              <a:buFont typeface="Arial" panose="020B0604020202020204" pitchFamily="34" charset="0"/>
              <a:buChar char="•"/>
            </a:pPr>
            <a:r>
              <a:rPr lang="en-US" altLang="en-US" sz="1500" dirty="0">
                <a:latin typeface="Arial" panose="020B0604020202020204" pitchFamily="34" charset="0"/>
              </a:rPr>
              <a:t>Latency</a:t>
            </a:r>
          </a:p>
          <a:p>
            <a:pPr marL="742950" lvl="1" indent="-285750" eaLnBrk="0" fontAlgn="base" hangingPunct="0">
              <a:spcBef>
                <a:spcPct val="0"/>
              </a:spcBef>
              <a:spcAft>
                <a:spcPct val="0"/>
              </a:spcAft>
              <a:buFont typeface="Arial" panose="020B0604020202020204" pitchFamily="34" charset="0"/>
              <a:buChar char="•"/>
            </a:pPr>
            <a:r>
              <a:rPr lang="en-US" altLang="en-US" sz="1500" dirty="0">
                <a:latin typeface="Arial" panose="020B0604020202020204" pitchFamily="34" charset="0"/>
              </a:rPr>
              <a:t>Tool success rate</a:t>
            </a:r>
          </a:p>
          <a:p>
            <a:pPr marL="742950" lvl="1" indent="-285750" eaLnBrk="0" fontAlgn="base" hangingPunct="0">
              <a:spcBef>
                <a:spcPct val="0"/>
              </a:spcBef>
              <a:spcAft>
                <a:spcPct val="0"/>
              </a:spcAft>
              <a:buFont typeface="Arial" panose="020B0604020202020204" pitchFamily="34" charset="0"/>
              <a:buChar char="•"/>
            </a:pPr>
            <a:r>
              <a:rPr lang="en-US" altLang="en-US" sz="1500" dirty="0">
                <a:latin typeface="Arial" panose="020B0604020202020204" pitchFamily="34" charset="0"/>
              </a:rPr>
              <a:t>Cost</a:t>
            </a:r>
          </a:p>
          <a:p>
            <a:pPr marL="742950" lvl="1" indent="-285750" eaLnBrk="0" fontAlgn="base" hangingPunct="0">
              <a:spcBef>
                <a:spcPct val="0"/>
              </a:spcBef>
              <a:spcAft>
                <a:spcPct val="0"/>
              </a:spcAft>
              <a:buFont typeface="Arial" panose="020B0604020202020204" pitchFamily="34" charset="0"/>
              <a:buChar char="•"/>
            </a:pPr>
            <a:endParaRPr lang="en-US" altLang="en-US" sz="1500" dirty="0">
              <a:latin typeface="Arial" panose="020B0604020202020204" pitchFamily="34" charset="0"/>
            </a:endParaRPr>
          </a:p>
          <a:p>
            <a:pPr marL="285750" indent="-285750" eaLnBrk="0" fontAlgn="base" hangingPunct="0">
              <a:spcBef>
                <a:spcPct val="0"/>
              </a:spcBef>
              <a:spcAft>
                <a:spcPct val="0"/>
              </a:spcAft>
              <a:buFont typeface="Arial" panose="020B0604020202020204" pitchFamily="34" charset="0"/>
              <a:buChar char="•"/>
            </a:pPr>
            <a:r>
              <a:rPr lang="en-IN" sz="1600" b="1" dirty="0">
                <a:latin typeface="Arial" panose="020B0604020202020204" pitchFamily="34" charset="0"/>
              </a:rPr>
              <a:t>Optimization Techniques</a:t>
            </a:r>
          </a:p>
          <a:p>
            <a:pPr marL="285750" indent="-285750" eaLnBrk="0" fontAlgn="base" hangingPunct="0">
              <a:spcBef>
                <a:spcPct val="0"/>
              </a:spcBef>
              <a:spcAft>
                <a:spcPct val="0"/>
              </a:spcAft>
              <a:buFont typeface="Arial" panose="020B0604020202020204" pitchFamily="34" charset="0"/>
              <a:buChar char="•"/>
            </a:pPr>
            <a:endParaRPr lang="en-US" altLang="en-US" sz="1600" b="1"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lang="en-US" altLang="en-US" sz="1500" dirty="0">
                <a:latin typeface="Arial" panose="020B0604020202020204" pitchFamily="34" charset="0"/>
              </a:rPr>
              <a:t>Prompt tuning</a:t>
            </a:r>
          </a:p>
          <a:p>
            <a:pPr marL="742950" lvl="1" indent="-285750" eaLnBrk="0" fontAlgn="base" hangingPunct="0">
              <a:spcBef>
                <a:spcPct val="0"/>
              </a:spcBef>
              <a:spcAft>
                <a:spcPct val="0"/>
              </a:spcAft>
              <a:buFont typeface="Arial" panose="020B0604020202020204" pitchFamily="34" charset="0"/>
              <a:buChar char="•"/>
            </a:pPr>
            <a:r>
              <a:rPr lang="en-US" altLang="en-US" sz="1500" dirty="0">
                <a:latin typeface="Arial" panose="020B0604020202020204" pitchFamily="34" charset="0"/>
              </a:rPr>
              <a:t>Tool constraints</a:t>
            </a:r>
          </a:p>
          <a:p>
            <a:pPr marL="742950" lvl="1" indent="-285750" eaLnBrk="0" fontAlgn="base" hangingPunct="0">
              <a:spcBef>
                <a:spcPct val="0"/>
              </a:spcBef>
              <a:spcAft>
                <a:spcPct val="0"/>
              </a:spcAft>
              <a:buFont typeface="Arial" panose="020B0604020202020204" pitchFamily="34" charset="0"/>
              <a:buChar char="•"/>
            </a:pPr>
            <a:r>
              <a:rPr lang="en-US" altLang="en-US" sz="1500" dirty="0">
                <a:latin typeface="Arial" panose="020B0604020202020204" pitchFamily="34" charset="0"/>
              </a:rPr>
              <a:t>Parallel execution</a:t>
            </a:r>
          </a:p>
          <a:p>
            <a:pPr marL="742950" lvl="1" indent="-285750" eaLnBrk="0" fontAlgn="base" hangingPunct="0">
              <a:spcBef>
                <a:spcPct val="0"/>
              </a:spcBef>
              <a:spcAft>
                <a:spcPct val="0"/>
              </a:spcAft>
              <a:buFont typeface="Arial" panose="020B0604020202020204" pitchFamily="34" charset="0"/>
              <a:buChar char="•"/>
            </a:pPr>
            <a:r>
              <a:rPr lang="en-US" altLang="en-US" sz="1500" dirty="0">
                <a:latin typeface="Arial" panose="020B0604020202020204" pitchFamily="34" charset="0"/>
              </a:rPr>
              <a:t>Caching</a:t>
            </a:r>
          </a:p>
          <a:p>
            <a:pPr marL="742950" lvl="1" indent="-285750" eaLnBrk="0" fontAlgn="base" hangingPunct="0">
              <a:spcBef>
                <a:spcPct val="0"/>
              </a:spcBef>
              <a:spcAft>
                <a:spcPct val="0"/>
              </a:spcAft>
              <a:buFont typeface="Arial" panose="020B0604020202020204" pitchFamily="34" charset="0"/>
              <a:buChar char="•"/>
            </a:pPr>
            <a:r>
              <a:rPr lang="en-US" altLang="en-US" sz="1500" dirty="0">
                <a:latin typeface="Arial" panose="020B0604020202020204" pitchFamily="34" charset="0"/>
              </a:rPr>
              <a:t>Guardrails</a:t>
            </a:r>
          </a:p>
          <a:p>
            <a:pPr marL="285750" indent="-285750" eaLnBrk="0" fontAlgn="base" hangingPunct="0">
              <a:spcBef>
                <a:spcPct val="0"/>
              </a:spcBef>
              <a:spcAft>
                <a:spcPct val="0"/>
              </a:spcAft>
              <a:buFont typeface="Arial" panose="020B0604020202020204" pitchFamily="34" charset="0"/>
              <a:buChar char="•"/>
            </a:pPr>
            <a:endParaRPr lang="en-US" altLang="en-US" dirty="0">
              <a:latin typeface="Arial" panose="020B0604020202020204" pitchFamily="34" charset="0"/>
            </a:endParaRPr>
          </a:p>
        </p:txBody>
      </p:sp>
    </p:spTree>
    <p:extLst>
      <p:ext uri="{BB962C8B-B14F-4D97-AF65-F5344CB8AC3E}">
        <p14:creationId xmlns:p14="http://schemas.microsoft.com/office/powerpoint/2010/main" val="4011547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685232E-BC82-AF5B-BF19-E7D79C4A795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86EF4BC-B68B-B313-78C9-F4F0D6884B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555D866-BEF9-04D8-6833-CED156C4F5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149D99C3-9A7E-1A2C-2FBC-EA9013CEF1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24D32388-18BA-752D-7C91-27FC2B6347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1DD9796C-CA92-0275-CEC8-04D475F3B7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B31D1BF-8552-83DF-05DD-4B6F660B1E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B51F22E1-EFF4-5855-5B54-300AB8ED3F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71B828FD-36B2-5BAD-8FD7-0C194E4B9E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E1A3193C-59A1-5D6B-0602-AD29E48C98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41A1C475-3309-E60F-C6E9-A6CB4653DF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2B7D4D95-242F-0D48-9611-3F077D9884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8F6B14BD-5E52-B876-9EFE-153FC59FDA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 name="Title 4">
            <a:extLst>
              <a:ext uri="{FF2B5EF4-FFF2-40B4-BE49-F238E27FC236}">
                <a16:creationId xmlns:a16="http://schemas.microsoft.com/office/drawing/2014/main" id="{2E3984AE-888A-AEF1-8A3E-7B7174A8A38F}"/>
              </a:ext>
            </a:extLst>
          </p:cNvPr>
          <p:cNvSpPr>
            <a:spLocks noGrp="1"/>
          </p:cNvSpPr>
          <p:nvPr>
            <p:ph type="title"/>
          </p:nvPr>
        </p:nvSpPr>
        <p:spPr>
          <a:xfrm>
            <a:off x="838200" y="365125"/>
            <a:ext cx="10515600" cy="1325563"/>
          </a:xfrm>
        </p:spPr>
        <p:txBody>
          <a:bodyPr>
            <a:normAutofit/>
          </a:bodyPr>
          <a:lstStyle/>
          <a:p>
            <a:r>
              <a:rPr lang="en-US" sz="3200" dirty="0"/>
              <a:t>Guardrails &amp; Safety Measures</a:t>
            </a:r>
          </a:p>
        </p:txBody>
      </p:sp>
      <p:sp>
        <p:nvSpPr>
          <p:cNvPr id="23" name="Rectangle 6">
            <a:extLst>
              <a:ext uri="{FF2B5EF4-FFF2-40B4-BE49-F238E27FC236}">
                <a16:creationId xmlns:a16="http://schemas.microsoft.com/office/drawing/2014/main" id="{5CEBB9FE-CE22-5AD1-7E57-C2DCEF149FEC}"/>
              </a:ext>
            </a:extLst>
          </p:cNvPr>
          <p:cNvSpPr>
            <a:spLocks noChangeArrowheads="1"/>
          </p:cNvSpPr>
          <p:nvPr/>
        </p:nvSpPr>
        <p:spPr bwMode="auto">
          <a:xfrm>
            <a:off x="837437" y="1628323"/>
            <a:ext cx="5388980" cy="4847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indent="-285750" eaLnBrk="0" fontAlgn="base" hangingPunct="0">
              <a:spcBef>
                <a:spcPct val="0"/>
              </a:spcBef>
              <a:spcAft>
                <a:spcPct val="0"/>
              </a:spcAft>
              <a:buFont typeface="Arial" panose="020B0604020202020204" pitchFamily="34" charset="0"/>
              <a:buChar char="•"/>
            </a:pPr>
            <a:r>
              <a:rPr lang="en-US" sz="1600" b="1" dirty="0">
                <a:latin typeface="Arial" panose="020B0604020202020204" pitchFamily="34" charset="0"/>
              </a:rPr>
              <a:t>Input Validation</a:t>
            </a:r>
          </a:p>
          <a:p>
            <a:pPr marL="742950" lvl="1" indent="-285750">
              <a:buFont typeface="Arial" panose="020B0604020202020204" pitchFamily="34" charset="0"/>
              <a:buChar char="•"/>
            </a:pPr>
            <a:endParaRPr lang="en-US" sz="1500" dirty="0">
              <a:solidFill>
                <a:srgbClr val="2C2C2C"/>
              </a:solidFill>
              <a:latin typeface="Calibri" pitchFamily="34" charset="0"/>
              <a:cs typeface="Calibri" pitchFamily="34" charset="-120"/>
            </a:endParaRPr>
          </a:p>
          <a:p>
            <a:pPr marL="742950" lvl="1" indent="-285750">
              <a:buFont typeface="Arial" panose="020B0604020202020204" pitchFamily="34" charset="0"/>
              <a:buChar char="•"/>
            </a:pPr>
            <a:r>
              <a:rPr lang="en-US" sz="1500" dirty="0">
                <a:solidFill>
                  <a:srgbClr val="2C2C2C"/>
                </a:solidFill>
                <a:latin typeface="Calibri" pitchFamily="34" charset="0"/>
                <a:cs typeface="Calibri" pitchFamily="34" charset="-120"/>
              </a:rPr>
              <a:t>SQL injection prevention</a:t>
            </a:r>
          </a:p>
          <a:p>
            <a:pPr marL="742950" lvl="1" indent="-285750">
              <a:buFont typeface="Arial" panose="020B0604020202020204" pitchFamily="34" charset="0"/>
              <a:buChar char="•"/>
            </a:pPr>
            <a:r>
              <a:rPr lang="en-US" sz="1500" dirty="0">
                <a:solidFill>
                  <a:srgbClr val="2C2C2C"/>
                </a:solidFill>
                <a:latin typeface="Calibri" pitchFamily="34" charset="0"/>
                <a:cs typeface="Calibri" pitchFamily="34" charset="-120"/>
              </a:rPr>
              <a:t>Length and format validation</a:t>
            </a:r>
          </a:p>
          <a:p>
            <a:pPr marL="742950" lvl="1" indent="-285750">
              <a:buFont typeface="Arial" panose="020B0604020202020204" pitchFamily="34" charset="0"/>
              <a:buChar char="•"/>
            </a:pPr>
            <a:r>
              <a:rPr lang="en-US" sz="1500" dirty="0">
                <a:solidFill>
                  <a:srgbClr val="2C2C2C"/>
                </a:solidFill>
                <a:latin typeface="Calibri" pitchFamily="34" charset="0"/>
                <a:ea typeface="Calibri" pitchFamily="34" charset="-122"/>
                <a:cs typeface="Calibri" pitchFamily="34" charset="-120"/>
              </a:rPr>
              <a:t>Prompt injection detection</a:t>
            </a:r>
          </a:p>
          <a:p>
            <a:pPr marL="742950" lvl="1" indent="-285750">
              <a:buFont typeface="Arial" panose="020B0604020202020204" pitchFamily="34" charset="0"/>
              <a:buChar char="•"/>
            </a:pPr>
            <a:endParaRPr lang="en-US" sz="1500" dirty="0">
              <a:solidFill>
                <a:srgbClr val="2C2C2C"/>
              </a:solidFill>
              <a:latin typeface="Calibri" pitchFamily="34" charset="0"/>
              <a:cs typeface="Calibri" pitchFamily="34" charset="-120"/>
            </a:endParaRPr>
          </a:p>
          <a:p>
            <a:pPr indent="-285750">
              <a:buFont typeface="Arial" panose="020B0604020202020204" pitchFamily="34" charset="0"/>
              <a:buChar char="•"/>
            </a:pPr>
            <a:r>
              <a:rPr lang="en-US" sz="1600" b="1" dirty="0">
                <a:latin typeface="Arial" panose="020B0604020202020204" pitchFamily="34" charset="0"/>
              </a:rPr>
              <a:t>Output Filtering</a:t>
            </a:r>
          </a:p>
          <a:p>
            <a:endParaRPr lang="en-US" sz="1500" dirty="0">
              <a:latin typeface="Arial" panose="020B0604020202020204" pitchFamily="34" charset="0"/>
            </a:endParaRPr>
          </a:p>
          <a:p>
            <a:pPr marL="742950" lvl="1" indent="-285750">
              <a:buFont typeface="Arial" panose="020B0604020202020204" pitchFamily="34" charset="0"/>
              <a:buChar char="•"/>
            </a:pPr>
            <a:r>
              <a:rPr lang="en-US" sz="1500" dirty="0">
                <a:solidFill>
                  <a:srgbClr val="2C2C2C"/>
                </a:solidFill>
                <a:latin typeface="Calibri" pitchFamily="34" charset="0"/>
                <a:cs typeface="Calibri" pitchFamily="34" charset="-120"/>
              </a:rPr>
              <a:t>PII detection and masking</a:t>
            </a:r>
          </a:p>
          <a:p>
            <a:pPr marL="742950" lvl="1" indent="-285750">
              <a:buFont typeface="Arial" panose="020B0604020202020204" pitchFamily="34" charset="0"/>
              <a:buChar char="•"/>
            </a:pPr>
            <a:r>
              <a:rPr lang="en-US" sz="1500" dirty="0">
                <a:solidFill>
                  <a:srgbClr val="2C2C2C"/>
                </a:solidFill>
                <a:latin typeface="Calibri" pitchFamily="34" charset="0"/>
                <a:cs typeface="Calibri" pitchFamily="34" charset="-120"/>
              </a:rPr>
              <a:t>Toxicity filtering</a:t>
            </a:r>
          </a:p>
          <a:p>
            <a:pPr marL="742950" lvl="1" indent="-285750">
              <a:buFont typeface="Arial" panose="020B0604020202020204" pitchFamily="34" charset="0"/>
              <a:buChar char="•"/>
            </a:pPr>
            <a:r>
              <a:rPr lang="en-US" sz="1500" dirty="0">
                <a:solidFill>
                  <a:srgbClr val="2C2C2C"/>
                </a:solidFill>
                <a:latin typeface="Calibri" pitchFamily="34" charset="0"/>
                <a:cs typeface="Calibri" pitchFamily="34" charset="-120"/>
              </a:rPr>
              <a:t>Factual consistency checks</a:t>
            </a:r>
          </a:p>
          <a:p>
            <a:pPr lvl="1" eaLnBrk="0" fontAlgn="base" hangingPunct="0">
              <a:spcBef>
                <a:spcPct val="0"/>
              </a:spcBef>
              <a:spcAft>
                <a:spcPct val="0"/>
              </a:spcAft>
            </a:pPr>
            <a:endParaRPr lang="en-US" sz="1500" dirty="0"/>
          </a:p>
          <a:p>
            <a:pPr marL="0" lvl="1" indent="-285750" fontAlgn="base">
              <a:spcBef>
                <a:spcPct val="0"/>
              </a:spcBef>
              <a:spcAft>
                <a:spcPct val="0"/>
              </a:spcAft>
              <a:buFont typeface="Arial" panose="020B0604020202020204" pitchFamily="34" charset="0"/>
              <a:buChar char="•"/>
            </a:pPr>
            <a:r>
              <a:rPr lang="en-US" sz="1600" b="1" dirty="0">
                <a:latin typeface="Arial" panose="020B0604020202020204" pitchFamily="34" charset="0"/>
              </a:rPr>
              <a:t>Operational Limits</a:t>
            </a:r>
          </a:p>
          <a:p>
            <a:pPr marL="0" lvl="1" fontAlgn="base">
              <a:spcBef>
                <a:spcPct val="0"/>
              </a:spcBef>
              <a:spcAft>
                <a:spcPct val="0"/>
              </a:spcAft>
            </a:pPr>
            <a:endParaRPr lang="en-US" sz="150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lang="en-US" sz="1500" dirty="0">
                <a:solidFill>
                  <a:srgbClr val="2C2C2C"/>
                </a:solidFill>
                <a:latin typeface="Calibri" pitchFamily="34" charset="0"/>
                <a:cs typeface="Calibri" pitchFamily="34" charset="-120"/>
              </a:rPr>
              <a:t>Max execution time (30s timeout)</a:t>
            </a:r>
            <a:endParaRPr lang="en-US" altLang="en-US" sz="1500" dirty="0">
              <a:solidFill>
                <a:srgbClr val="2C2C2C"/>
              </a:solidFill>
              <a:latin typeface="Calibri" pitchFamily="34" charset="0"/>
              <a:cs typeface="Calibri" pitchFamily="34" charset="-120"/>
            </a:endParaRPr>
          </a:p>
          <a:p>
            <a:pPr marL="742950" lvl="1" indent="-285750" eaLnBrk="0" fontAlgn="base" hangingPunct="0">
              <a:spcBef>
                <a:spcPct val="0"/>
              </a:spcBef>
              <a:spcAft>
                <a:spcPct val="0"/>
              </a:spcAft>
              <a:buFont typeface="Arial" panose="020B0604020202020204" pitchFamily="34" charset="0"/>
              <a:buChar char="•"/>
            </a:pPr>
            <a:r>
              <a:rPr lang="en-US" sz="1500" dirty="0">
                <a:solidFill>
                  <a:srgbClr val="2C2C2C"/>
                </a:solidFill>
                <a:latin typeface="Calibri" pitchFamily="34" charset="0"/>
                <a:cs typeface="Calibri" pitchFamily="34" charset="-120"/>
              </a:rPr>
              <a:t>Token budget enforcement</a:t>
            </a:r>
          </a:p>
          <a:p>
            <a:pPr marL="742950" lvl="1" indent="-285750" eaLnBrk="0" fontAlgn="base" hangingPunct="0">
              <a:spcBef>
                <a:spcPct val="0"/>
              </a:spcBef>
              <a:spcAft>
                <a:spcPct val="0"/>
              </a:spcAft>
              <a:buFont typeface="Arial" panose="020B0604020202020204" pitchFamily="34" charset="0"/>
              <a:buChar char="•"/>
            </a:pPr>
            <a:r>
              <a:rPr lang="en-US" sz="1500" dirty="0">
                <a:solidFill>
                  <a:srgbClr val="2C2C2C"/>
                </a:solidFill>
                <a:latin typeface="Calibri" pitchFamily="34" charset="0"/>
                <a:cs typeface="Calibri" pitchFamily="34" charset="-120"/>
              </a:rPr>
              <a:t>Rate limiting per user</a:t>
            </a:r>
          </a:p>
          <a:p>
            <a:pPr marL="285750" indent="-285750" eaLnBrk="0" fontAlgn="base" hangingPunct="0">
              <a:spcBef>
                <a:spcPct val="0"/>
              </a:spcBef>
              <a:spcAft>
                <a:spcPct val="0"/>
              </a:spcAft>
              <a:buFont typeface="Arial" panose="020B0604020202020204" pitchFamily="34" charset="0"/>
              <a:buChar char="•"/>
            </a:pPr>
            <a:endParaRPr lang="en-US" dirty="0"/>
          </a:p>
          <a:p>
            <a:pPr marL="285750" indent="-285750" eaLnBrk="0" fontAlgn="base" hangingPunct="0">
              <a:spcBef>
                <a:spcPct val="0"/>
              </a:spcBef>
              <a:spcAft>
                <a:spcPct val="0"/>
              </a:spcAft>
              <a:buFont typeface="Arial" panose="020B0604020202020204" pitchFamily="34" charset="0"/>
              <a:buChar char="•"/>
            </a:pPr>
            <a:endParaRPr lang="en-US" altLang="en-US" dirty="0">
              <a:latin typeface="Arial" panose="020B0604020202020204" pitchFamily="34" charset="0"/>
            </a:endParaRPr>
          </a:p>
        </p:txBody>
      </p:sp>
    </p:spTree>
    <p:extLst>
      <p:ext uri="{BB962C8B-B14F-4D97-AF65-F5344CB8AC3E}">
        <p14:creationId xmlns:p14="http://schemas.microsoft.com/office/powerpoint/2010/main" val="29147402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9BF1C28-EFEB-3104-9697-F01B82F6863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1F03C3C-3F43-3E41-2F99-DAB9B9F680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CCFFFE1-81B3-E0D1-F623-FDD1B39F53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8F6E3C91-BA8A-2BA4-6887-B2585AA95A1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87EBE91A-0EE3-0F81-6CAB-226C590EA6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8D73F7C-DFDB-D25C-F344-713E6D28D8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326C339B-CD35-2DA5-2309-9392039208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755724CA-B9A8-EE83-291F-6475BCFE80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6B7B2B6F-86DA-57E1-0B55-9A88095C80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371434B9-25D8-6F3D-63F9-6F7E3581A3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F76156F4-0194-29AC-2CB0-2107E35102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7E59400C-2430-A5EC-C46D-B9F0316086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AC0C907E-A4AF-09F0-316F-D0649B485D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 name="Title 4">
            <a:extLst>
              <a:ext uri="{FF2B5EF4-FFF2-40B4-BE49-F238E27FC236}">
                <a16:creationId xmlns:a16="http://schemas.microsoft.com/office/drawing/2014/main" id="{1F9EEE21-A679-8C8D-E77F-C8AD3F030F36}"/>
              </a:ext>
            </a:extLst>
          </p:cNvPr>
          <p:cNvSpPr>
            <a:spLocks noGrp="1"/>
          </p:cNvSpPr>
          <p:nvPr>
            <p:ph type="title"/>
          </p:nvPr>
        </p:nvSpPr>
        <p:spPr>
          <a:xfrm>
            <a:off x="838200" y="365125"/>
            <a:ext cx="10515600" cy="1325563"/>
          </a:xfrm>
        </p:spPr>
        <p:txBody>
          <a:bodyPr>
            <a:normAutofit/>
          </a:bodyPr>
          <a:lstStyle/>
          <a:p>
            <a:r>
              <a:rPr lang="en-IN" sz="3200" dirty="0"/>
              <a:t>Deployment &amp; Scaling</a:t>
            </a:r>
            <a:endParaRPr lang="en-US" sz="3200" dirty="0"/>
          </a:p>
        </p:txBody>
      </p:sp>
      <p:sp>
        <p:nvSpPr>
          <p:cNvPr id="2" name="Rectangle 1">
            <a:extLst>
              <a:ext uri="{FF2B5EF4-FFF2-40B4-BE49-F238E27FC236}">
                <a16:creationId xmlns:a16="http://schemas.microsoft.com/office/drawing/2014/main" id="{622124CF-2EC9-44CA-D38E-21620AB367AE}"/>
              </a:ext>
            </a:extLst>
          </p:cNvPr>
          <p:cNvSpPr>
            <a:spLocks noChangeArrowheads="1"/>
          </p:cNvSpPr>
          <p:nvPr/>
        </p:nvSpPr>
        <p:spPr bwMode="auto">
          <a:xfrm>
            <a:off x="837437" y="1668670"/>
            <a:ext cx="8837037"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Containerization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Stateless agents (From Infrastructure points)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External memory (DB / Vector store)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Horizontal scaling</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Secure secrets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600" dirty="0">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600" dirty="0">
              <a:latin typeface="Arial" panose="020B0604020202020204" pitchFamily="34" charset="0"/>
            </a:endParaRPr>
          </a:p>
          <a:p>
            <a:r>
              <a:rPr lang="en-IN" sz="1600" b="1" dirty="0"/>
              <a:t>One Core Problem:</a:t>
            </a:r>
          </a:p>
          <a:p>
            <a:r>
              <a:rPr lang="en-IN" sz="1600" dirty="0"/>
              <a:t>In Kubernetes / ECS / OCI OKE:</a:t>
            </a:r>
          </a:p>
          <a:p>
            <a:r>
              <a:rPr lang="en-IN" sz="1600" dirty="0"/>
              <a:t>Requests are load-balanced</a:t>
            </a:r>
          </a:p>
          <a:p>
            <a:r>
              <a:rPr lang="en-IN" sz="1600" dirty="0"/>
              <a:t>Each request can hit a </a:t>
            </a:r>
            <a:r>
              <a:rPr lang="en-IN" sz="1600" b="1" dirty="0"/>
              <a:t>different pod</a:t>
            </a:r>
            <a:endParaRPr lang="en-IN" sz="1600" dirty="0"/>
          </a:p>
          <a:p>
            <a:r>
              <a:rPr lang="en-IN" sz="1600" dirty="0"/>
              <a:t>Pods are stateless</a:t>
            </a:r>
          </a:p>
          <a:p>
            <a:r>
              <a:rPr lang="en-IN" sz="1600" dirty="0"/>
              <a:t>In-memory context is lost</a:t>
            </a:r>
          </a:p>
          <a:p>
            <a:r>
              <a:rPr lang="en-IN" sz="1600" dirty="0"/>
              <a:t>So…</a:t>
            </a:r>
          </a:p>
          <a:p>
            <a:r>
              <a:rPr lang="en-IN" sz="1600" dirty="0"/>
              <a:t>❓ </a:t>
            </a:r>
            <a:r>
              <a:rPr lang="en-IN" sz="1600" i="1" dirty="0"/>
              <a:t>How does the agent remember previous messages?</a:t>
            </a:r>
            <a:endParaRPr lang="en-IN" sz="1600" dirty="0"/>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369660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7299DC-2D6D-8C24-A606-998E59E2049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8E609F0-74B6-6E2D-92D4-D8E2A9DE0F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566657C-5A67-E441-0354-4E9CD41098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CD436258-FB65-47C2-D37C-5F67CE951CD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AD18BB72-CB8D-F204-224B-65BFBF138C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2F4AE8DD-07CB-B1F8-5A44-1D9DA654B1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5131E4E9-9F39-8928-2218-AF4FAAA12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D4DC30B7-5DBF-22F8-59D6-93BA0B5DE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27420E6D-6805-8C5C-35D9-83ADA605DEF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C3DFD6C6-3401-347D-8562-40D33C55A5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1B6B11B4-BC81-CEBF-FA38-CFE9813E9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94E7511E-1A6A-011B-930F-EBBE8EC020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0F6BD5EF-D953-5904-12C4-F377EB9262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 name="Title 4">
            <a:extLst>
              <a:ext uri="{FF2B5EF4-FFF2-40B4-BE49-F238E27FC236}">
                <a16:creationId xmlns:a16="http://schemas.microsoft.com/office/drawing/2014/main" id="{93B89421-963C-948B-0602-81C58130F92F}"/>
              </a:ext>
            </a:extLst>
          </p:cNvPr>
          <p:cNvSpPr>
            <a:spLocks noGrp="1"/>
          </p:cNvSpPr>
          <p:nvPr>
            <p:ph type="title"/>
          </p:nvPr>
        </p:nvSpPr>
        <p:spPr>
          <a:xfrm>
            <a:off x="838200" y="365125"/>
            <a:ext cx="10515600" cy="1325563"/>
          </a:xfrm>
        </p:spPr>
        <p:txBody>
          <a:bodyPr>
            <a:normAutofit/>
          </a:bodyPr>
          <a:lstStyle/>
          <a:p>
            <a:r>
              <a:rPr lang="en-US" sz="3200" b="1" dirty="0">
                <a:solidFill>
                  <a:srgbClr val="2C2C2C"/>
                </a:solidFill>
                <a:latin typeface="Calibri" pitchFamily="34" charset="0"/>
                <a:ea typeface="Calibri" pitchFamily="34" charset="-122"/>
                <a:cs typeface="Calibri" pitchFamily="34" charset="-120"/>
              </a:rPr>
              <a:t>Documentation:</a:t>
            </a:r>
            <a:endParaRPr lang="en-US" sz="3200" dirty="0"/>
          </a:p>
        </p:txBody>
      </p:sp>
      <p:sp>
        <p:nvSpPr>
          <p:cNvPr id="2" name="Rectangle 1">
            <a:extLst>
              <a:ext uri="{FF2B5EF4-FFF2-40B4-BE49-F238E27FC236}">
                <a16:creationId xmlns:a16="http://schemas.microsoft.com/office/drawing/2014/main" id="{028DFF4B-7311-D485-F7C8-B5F75147004E}"/>
              </a:ext>
            </a:extLst>
          </p:cNvPr>
          <p:cNvSpPr>
            <a:spLocks noChangeArrowheads="1"/>
          </p:cNvSpPr>
          <p:nvPr/>
        </p:nvSpPr>
        <p:spPr bwMode="auto">
          <a:xfrm>
            <a:off x="838200" y="1606807"/>
            <a:ext cx="8837037" cy="1538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sz="2000" b="1" dirty="0">
                <a:solidFill>
                  <a:srgbClr val="2C2C2C"/>
                </a:solidFill>
                <a:latin typeface="Calibri" pitchFamily="34" charset="0"/>
                <a:ea typeface="Calibri" pitchFamily="34" charset="-122"/>
                <a:cs typeface="Calibri" pitchFamily="34" charset="-120"/>
              </a:rPr>
              <a:t>
</a:t>
            </a:r>
          </a:p>
          <a:p>
            <a:pPr marL="285750" lvl="0" indent="-285750" eaLnBrk="0" fontAlgn="base" hangingPunct="0">
              <a:spcBef>
                <a:spcPct val="0"/>
              </a:spcBef>
              <a:spcAft>
                <a:spcPct val="0"/>
              </a:spcAft>
              <a:buFont typeface="Arial" panose="020B0604020202020204" pitchFamily="34" charset="0"/>
              <a:buChar char="•"/>
            </a:pPr>
            <a:r>
              <a:rPr lang="en-US" dirty="0" err="1">
                <a:solidFill>
                  <a:srgbClr val="2C2C2C"/>
                </a:solidFill>
                <a:latin typeface="Calibri" pitchFamily="34" charset="0"/>
                <a:ea typeface="Calibri" pitchFamily="34" charset="-122"/>
                <a:cs typeface="Calibri" pitchFamily="34" charset="-120"/>
              </a:rPr>
              <a:t>LangGraph</a:t>
            </a:r>
            <a:r>
              <a:rPr lang="en-US" dirty="0">
                <a:solidFill>
                  <a:srgbClr val="2C2C2C"/>
                </a:solidFill>
                <a:latin typeface="Calibri" pitchFamily="34" charset="0"/>
                <a:ea typeface="Calibri" pitchFamily="34" charset="-122"/>
                <a:cs typeface="Calibri" pitchFamily="34" charset="-120"/>
              </a:rPr>
              <a:t>: </a:t>
            </a:r>
            <a:r>
              <a:rPr lang="en-US" dirty="0" err="1">
                <a:solidFill>
                  <a:srgbClr val="2C2C2C"/>
                </a:solidFill>
                <a:latin typeface="Calibri" pitchFamily="34" charset="0"/>
                <a:ea typeface="Calibri" pitchFamily="34" charset="-122"/>
                <a:cs typeface="Calibri" pitchFamily="34" charset="-120"/>
              </a:rPr>
              <a:t>langchain-ai.github.io</a:t>
            </a:r>
            <a:r>
              <a:rPr lang="en-US" dirty="0">
                <a:solidFill>
                  <a:srgbClr val="2C2C2C"/>
                </a:solidFill>
                <a:latin typeface="Calibri" pitchFamily="34" charset="0"/>
                <a:ea typeface="Calibri" pitchFamily="34" charset="-122"/>
                <a:cs typeface="Calibri" pitchFamily="34" charset="-120"/>
              </a:rPr>
              <a:t>/</a:t>
            </a:r>
            <a:r>
              <a:rPr lang="en-US" dirty="0" err="1">
                <a:solidFill>
                  <a:srgbClr val="2C2C2C"/>
                </a:solidFill>
                <a:latin typeface="Calibri" pitchFamily="34" charset="0"/>
                <a:ea typeface="Calibri" pitchFamily="34" charset="-122"/>
                <a:cs typeface="Calibri" pitchFamily="34" charset="-120"/>
              </a:rPr>
              <a:t>langgraph</a:t>
            </a:r>
            <a:r>
              <a:rPr lang="en-US" dirty="0">
                <a:solidFill>
                  <a:srgbClr val="2C2C2C"/>
                </a:solidFill>
                <a:latin typeface="Calibri" pitchFamily="34" charset="0"/>
                <a:ea typeface="Calibri" pitchFamily="34" charset="-122"/>
                <a:cs typeface="Calibri" pitchFamily="34" charset="-120"/>
              </a:rPr>
              <a:t>
</a:t>
            </a:r>
            <a:r>
              <a:rPr lang="en-US" dirty="0" err="1">
                <a:solidFill>
                  <a:srgbClr val="2C2C2C"/>
                </a:solidFill>
                <a:latin typeface="Calibri" pitchFamily="34" charset="0"/>
                <a:ea typeface="Calibri" pitchFamily="34" charset="-122"/>
                <a:cs typeface="Calibri" pitchFamily="34" charset="-120"/>
              </a:rPr>
              <a:t>LangChain</a:t>
            </a:r>
            <a:r>
              <a:rPr lang="en-US" dirty="0">
                <a:solidFill>
                  <a:srgbClr val="2C2C2C"/>
                </a:solidFill>
                <a:latin typeface="Calibri" pitchFamily="34" charset="0"/>
                <a:ea typeface="Calibri" pitchFamily="34" charset="-122"/>
                <a:cs typeface="Calibri" pitchFamily="34" charset="-120"/>
              </a:rPr>
              <a:t>: </a:t>
            </a:r>
            <a:r>
              <a:rPr lang="en-US" dirty="0" err="1">
                <a:solidFill>
                  <a:srgbClr val="2C2C2C"/>
                </a:solidFill>
                <a:latin typeface="Calibri" pitchFamily="34" charset="0"/>
                <a:ea typeface="Calibri" pitchFamily="34" charset="-122"/>
                <a:cs typeface="Calibri" pitchFamily="34" charset="-120"/>
              </a:rPr>
              <a:t>python.langchain.com</a:t>
            </a:r>
            <a:r>
              <a:rPr lang="en-US" dirty="0">
                <a:solidFill>
                  <a:srgbClr val="2C2C2C"/>
                </a:solidFill>
                <a:latin typeface="Calibri" pitchFamily="34" charset="0"/>
                <a:ea typeface="Calibri" pitchFamily="34" charset="-122"/>
                <a:cs typeface="Calibri" pitchFamily="34" charset="-120"/>
              </a:rPr>
              <a:t>
</a:t>
            </a:r>
            <a:r>
              <a:rPr lang="en-US" dirty="0" err="1">
                <a:solidFill>
                  <a:srgbClr val="2C2C2C"/>
                </a:solidFill>
                <a:latin typeface="Calibri" pitchFamily="34" charset="0"/>
                <a:ea typeface="Calibri" pitchFamily="34" charset="-122"/>
                <a:cs typeface="Calibri" pitchFamily="34" charset="-120"/>
              </a:rPr>
              <a:t>LangSmith</a:t>
            </a:r>
            <a:r>
              <a:rPr lang="en-US" dirty="0">
                <a:solidFill>
                  <a:srgbClr val="2C2C2C"/>
                </a:solidFill>
                <a:latin typeface="Calibri" pitchFamily="34" charset="0"/>
                <a:ea typeface="Calibri" pitchFamily="34" charset="-122"/>
                <a:cs typeface="Calibri" pitchFamily="34" charset="-120"/>
              </a:rPr>
              <a:t>: </a:t>
            </a:r>
            <a:r>
              <a:rPr lang="en-US" dirty="0" err="1">
                <a:solidFill>
                  <a:srgbClr val="2C2C2C"/>
                </a:solidFill>
                <a:latin typeface="Calibri" pitchFamily="34" charset="0"/>
                <a:ea typeface="Calibri" pitchFamily="34" charset="-122"/>
                <a:cs typeface="Calibri" pitchFamily="34" charset="-120"/>
              </a:rPr>
              <a:t>smith.langchain.com</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9061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98490B-56A7-7731-242E-9250F21B49C0}"/>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2E1BF3D-80A2-7DEF-309B-174D955E66EC}"/>
              </a:ext>
            </a:extLst>
          </p:cNvPr>
          <p:cNvSpPr txBox="1"/>
          <p:nvPr/>
        </p:nvSpPr>
        <p:spPr>
          <a:xfrm>
            <a:off x="2448141" y="1361911"/>
            <a:ext cx="4977578" cy="3639289"/>
          </a:xfrm>
          <a:prstGeom prst="rect">
            <a:avLst/>
          </a:prstGeom>
        </p:spPr>
        <p:txBody>
          <a:bodyPr vert="horz" lIns="91440" tIns="45720" rIns="91440" bIns="45720" rtlCol="0" anchor="ctr">
            <a:normAutofit/>
          </a:bodyPr>
          <a:lstStyle/>
          <a:p>
            <a:pPr>
              <a:lnSpc>
                <a:spcPct val="90000"/>
              </a:lnSpc>
              <a:spcAft>
                <a:spcPts val="600"/>
              </a:spcAft>
            </a:pPr>
            <a:r>
              <a:rPr lang="en-US" sz="2800" dirty="0">
                <a:solidFill>
                  <a:schemeClr val="tx2"/>
                </a:solidFill>
              </a:rPr>
              <a:t>Thank You</a:t>
            </a:r>
          </a:p>
        </p:txBody>
      </p:sp>
      <p:grpSp>
        <p:nvGrpSpPr>
          <p:cNvPr id="33" name="Group 32">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34" name="Freeform: Shape 33">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36">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6" name="Graphic 25" descr="Smiling Face with No Fill">
            <a:extLst>
              <a:ext uri="{FF2B5EF4-FFF2-40B4-BE49-F238E27FC236}">
                <a16:creationId xmlns:a16="http://schemas.microsoft.com/office/drawing/2014/main" id="{E6C9D0F4-9EE3-3683-92AF-8C0CE0C3348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35206538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c76ce46-357f-46de-88d6-77b9bbb83c46}" enabled="1" method="Privileged" siteId="{4e2c6054-71cb-48f1-bd6c-3a9705aca71b}" contentBits="0" removed="0"/>
</clbl:labelList>
</file>

<file path=docProps/app.xml><?xml version="1.0" encoding="utf-8"?>
<Properties xmlns="http://schemas.openxmlformats.org/officeDocument/2006/extended-properties" xmlns:vt="http://schemas.openxmlformats.org/officeDocument/2006/docPropsVTypes">
  <TotalTime>51</TotalTime>
  <Words>479</Words>
  <Application>Microsoft Macintosh PowerPoint</Application>
  <PresentationFormat>Widescreen</PresentationFormat>
  <Paragraphs>125</Paragraphs>
  <Slides>10</Slides>
  <Notes>6</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Calibri</vt:lpstr>
      <vt:lpstr>Office Theme</vt:lpstr>
      <vt:lpstr>Aklank Diwakar Cloud Architect - Oracle</vt:lpstr>
      <vt:lpstr>Why Agentic AI?</vt:lpstr>
      <vt:lpstr>Problem Statement &amp; Context</vt:lpstr>
      <vt:lpstr>Single Agent vs Multi-Agent vs Workflow</vt:lpstr>
      <vt:lpstr>Demo: Fusion HCM Agent - LangGraph</vt:lpstr>
      <vt:lpstr>Agent Evaluation &amp; Optimization</vt:lpstr>
      <vt:lpstr>Guardrails &amp; Safety Measures</vt:lpstr>
      <vt:lpstr>Deployment &amp; Scaling</vt:lpstr>
      <vt:lpstr>Documentation: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Aklank Diwakar</dc:creator>
  <cp:lastModifiedBy>Aklank Diwakar</cp:lastModifiedBy>
  <cp:revision>5</cp:revision>
  <dcterms:created xsi:type="dcterms:W3CDTF">2026-02-02T13:03:05Z</dcterms:created>
  <dcterms:modified xsi:type="dcterms:W3CDTF">2026-02-02T15:25:30Z</dcterms:modified>
</cp:coreProperties>
</file>